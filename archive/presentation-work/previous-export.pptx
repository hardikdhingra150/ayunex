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54cccfff154c5e" /><Relationship Type="http://schemas.openxmlformats.org/officeDocument/2006/relationships/extended-properties" Target="/docProps/app.xml" Id="R175776993ae94508" /><Relationship Type="http://schemas.openxmlformats.org/officeDocument/2006/relationships/officeDocument" Target="/ppt/presentation.xml" Id="Ra5a03886cb0f47f2"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ea94cfea532747f4"/>
  </p:sldMasterIdLst>
  <p:notesMasterIdLst>
    <p:notesMasterId xmlns:r="http://schemas.openxmlformats.org/officeDocument/2006/relationships" r:id="R14fc2226aca94e26"/>
  </p:notesMasterIdLst>
  <p:sldIdLst>
    <p:sldId xmlns:r="http://schemas.openxmlformats.org/officeDocument/2006/relationships" id="256" r:id="R6e995ceb44c54de8"/>
    <p:sldId xmlns:r="http://schemas.openxmlformats.org/officeDocument/2006/relationships" id="257" r:id="Rda76116bf7aa4aa7"/>
    <p:sldId xmlns:r="http://schemas.openxmlformats.org/officeDocument/2006/relationships" id="258" r:id="Rbee6b11ffbad41db"/>
    <p:sldId xmlns:r="http://schemas.openxmlformats.org/officeDocument/2006/relationships" id="259" r:id="R90a929dfc08442b4"/>
    <p:sldId xmlns:r="http://schemas.openxmlformats.org/officeDocument/2006/relationships" id="260" r:id="R391e37af5dfc430f"/>
    <p:sldId xmlns:r="http://schemas.openxmlformats.org/officeDocument/2006/relationships" id="261" r:id="Rab6018da5c4341e8"/>
    <p:sldId xmlns:r="http://schemas.openxmlformats.org/officeDocument/2006/relationships" id="262" r:id="R8d1ffdd3969142d8"/>
    <p:sldId xmlns:r="http://schemas.openxmlformats.org/officeDocument/2006/relationships" id="263" r:id="R9021169fe2ab484d"/>
  </p:sldIdLst>
  <p:sldSz cx="12192000" cy="6858000"/>
  <p:notesSz cx="6858000" cy="9144000"/>
  <p:embeddedFontLst>
    <p:embeddedFont>
      <p:font typeface="Arial"/>
      <p:regular xmlns:r="http://schemas.openxmlformats.org/officeDocument/2006/relationships" r:id="R82cc679372d64517"/>
    </p:embeddedFont>
    <p:embeddedFont>
      <p:font typeface="Arial Bold"/>
      <p:regular xmlns:r="http://schemas.openxmlformats.org/officeDocument/2006/relationships" r:id="Rdebf304bd9404fff"/>
      <p:bold xmlns:r="http://schemas.openxmlformats.org/officeDocument/2006/relationships" r:id="R9e2792bd5e374bd9"/>
    </p:embeddedFont>
    <p:embeddedFont>
      <p:font typeface="Calibri"/>
      <p:regular xmlns:r="http://schemas.openxmlformats.org/officeDocument/2006/relationships" r:id="R0f0d9c0f35e04f62"/>
      <p:bold xmlns:r="http://schemas.openxmlformats.org/officeDocument/2006/relationships" r:id="R51a0b533bcdd4470"/>
      <p:italic xmlns:r="http://schemas.openxmlformats.org/officeDocument/2006/relationships" r:id="R0255c3cde1cc42b0"/>
      <p:boldItalic xmlns:r="http://schemas.openxmlformats.org/officeDocument/2006/relationships" r:id="R4aa26cd30f7b43f4"/>
    </p:embeddedFont>
    <p:embeddedFont>
      <p:font typeface="DM Sans"/>
      <p:regular xmlns:r="http://schemas.openxmlformats.org/officeDocument/2006/relationships" r:id="Rcfda66dcb02f45b8"/>
    </p:embeddedFont>
    <p:embeddedFont>
      <p:font typeface="DM Sans Bold"/>
      <p:regular xmlns:r="http://schemas.openxmlformats.org/officeDocument/2006/relationships" r:id="R0ff89bf263204d0a"/>
    </p:embeddedFont>
    <p:embeddedFont>
      <p:font typeface="Garamond Bold"/>
      <p:regular xmlns:r="http://schemas.openxmlformats.org/officeDocument/2006/relationships" r:id="R0db5e7035f104871"/>
      <p:bold xmlns:r="http://schemas.openxmlformats.org/officeDocument/2006/relationships" r:id="R0c6ccd5dc9a441c5"/>
    </p:embeddedFont>
    <p:embeddedFont>
      <p:font typeface="HK Grotesk Medium"/>
      <p:regular xmlns:r="http://schemas.openxmlformats.org/officeDocument/2006/relationships" r:id="R3969063f4ac8471e"/>
    </p:embeddedFont>
    <p:embeddedFont>
      <p:font typeface="HK Grotesk Semi-Bold"/>
      <p:regular xmlns:r="http://schemas.openxmlformats.org/officeDocument/2006/relationships" r:id="Re8b63885d9d5424e"/>
    </p:embeddedFont>
    <p:embeddedFont>
      <p:font typeface="Nourd"/>
      <p:regular xmlns:r="http://schemas.openxmlformats.org/officeDocument/2006/relationships" r:id="R0320399855ed41d4"/>
    </p:embeddedFont>
    <p:embeddedFont>
      <p:font typeface="Nourd Semi-Bold"/>
      <p:regular xmlns:r="http://schemas.openxmlformats.org/officeDocument/2006/relationships" r:id="Rde00c6b541644d9d"/>
    </p:embeddedFont>
    <p:embeddedFont>
      <p:font typeface="Roboto"/>
      <p:regular xmlns:r="http://schemas.openxmlformats.org/officeDocument/2006/relationships" r:id="Rf656e30fc6c84f8d"/>
      <p:bold xmlns:r="http://schemas.openxmlformats.org/officeDocument/2006/relationships" r:id="Rbd3f1641be47407c"/>
      <p:italic xmlns:r="http://schemas.openxmlformats.org/officeDocument/2006/relationships" r:id="R3c58ab473d504b84"/>
      <p:boldItalic xmlns:r="http://schemas.openxmlformats.org/officeDocument/2006/relationships" r:id="Rba2b88ed7b4941d8"/>
    </p:embeddedFont>
    <p:embeddedFont>
      <p:font typeface="Roboto Bold"/>
      <p:regular xmlns:r="http://schemas.openxmlformats.org/officeDocument/2006/relationships" r:id="R9962b0c98e0f4643"/>
    </p:embeddedFont>
    <p:embeddedFont>
      <p:font typeface="Times New Roman Bold"/>
      <p:regular xmlns:r="http://schemas.openxmlformats.org/officeDocument/2006/relationships" r:id="R73c02033cc1a4182"/>
      <p:bold xmlns:r="http://schemas.openxmlformats.org/officeDocument/2006/relationships" r:id="R96491d86d73d4fc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67abca8191a4649" /><Relationship Type="http://schemas.openxmlformats.org/officeDocument/2006/relationships/slideMaster" Target="/ppt/slideMasters/slideMaster1.xml" Id="Rea94cfea532747f4" /><Relationship Type="http://schemas.openxmlformats.org/officeDocument/2006/relationships/notesMaster" Target="/ppt/notesMasters/notesMaster1.xml" Id="R14fc2226aca94e26" /><Relationship Type="http://schemas.openxmlformats.org/officeDocument/2006/relationships/presProps" Target="/ppt/presProps.xml" Id="R4fdb39c8271c4e69" /><Relationship Type="http://schemas.openxmlformats.org/officeDocument/2006/relationships/viewProps" Target="/ppt/viewProps.xml" Id="R595fc87f9b634c9e" /><Relationship Type="http://schemas.openxmlformats.org/officeDocument/2006/relationships/tableStyles" Target="/ppt/tableStyles.xml" Id="Rc66d21ee39934c45" /><Relationship Type="http://schemas.openxmlformats.org/officeDocument/2006/relationships/font" Target="/ppt/fonts/font.dat" Id="R82cc679372d64517" /><Relationship Type="http://schemas.openxmlformats.org/officeDocument/2006/relationships/font" Target="/ppt/fonts/font2.dat" Id="Rdebf304bd9404fff" /><Relationship Type="http://schemas.openxmlformats.org/officeDocument/2006/relationships/font" Target="/ppt/fonts/font3.dat" Id="R9e2792bd5e374bd9" /><Relationship Type="http://schemas.openxmlformats.org/officeDocument/2006/relationships/font" Target="/ppt/fonts/font4.dat" Id="R0f0d9c0f35e04f62" /><Relationship Type="http://schemas.openxmlformats.org/officeDocument/2006/relationships/font" Target="/ppt/fonts/font5.dat" Id="R51a0b533bcdd4470" /><Relationship Type="http://schemas.openxmlformats.org/officeDocument/2006/relationships/font" Target="/ppt/fonts/font6.dat" Id="R0255c3cde1cc42b0" /><Relationship Type="http://schemas.openxmlformats.org/officeDocument/2006/relationships/font" Target="/ppt/fonts/font7.dat" Id="R4aa26cd30f7b43f4" /><Relationship Type="http://schemas.openxmlformats.org/officeDocument/2006/relationships/font" Target="/ppt/fonts/font8.dat" Id="Rcfda66dcb02f45b8" /><Relationship Type="http://schemas.openxmlformats.org/officeDocument/2006/relationships/font" Target="/ppt/fonts/font9.dat" Id="R0ff89bf263204d0a" /><Relationship Type="http://schemas.openxmlformats.org/officeDocument/2006/relationships/font" Target="/ppt/fonts/font10.dat" Id="R0db5e7035f104871" /><Relationship Type="http://schemas.openxmlformats.org/officeDocument/2006/relationships/font" Target="/ppt/fonts/font11.dat" Id="R0c6ccd5dc9a441c5" /><Relationship Type="http://schemas.openxmlformats.org/officeDocument/2006/relationships/font" Target="/ppt/fonts/font12.dat" Id="R3969063f4ac8471e" /><Relationship Type="http://schemas.openxmlformats.org/officeDocument/2006/relationships/font" Target="/ppt/fonts/font13.dat" Id="Re8b63885d9d5424e" /><Relationship Type="http://schemas.openxmlformats.org/officeDocument/2006/relationships/font" Target="/ppt/fonts/font14.dat" Id="R0320399855ed41d4" /><Relationship Type="http://schemas.openxmlformats.org/officeDocument/2006/relationships/font" Target="/ppt/fonts/font15.dat" Id="Rde00c6b541644d9d" /><Relationship Type="http://schemas.openxmlformats.org/officeDocument/2006/relationships/font" Target="/ppt/fonts/font16.dat" Id="Rf656e30fc6c84f8d" /><Relationship Type="http://schemas.openxmlformats.org/officeDocument/2006/relationships/font" Target="/ppt/fonts/font17.dat" Id="Rbd3f1641be47407c" /><Relationship Type="http://schemas.openxmlformats.org/officeDocument/2006/relationships/font" Target="/ppt/fonts/font18.dat" Id="R3c58ab473d504b84" /><Relationship Type="http://schemas.openxmlformats.org/officeDocument/2006/relationships/font" Target="/ppt/fonts/font19.dat" Id="Rba2b88ed7b4941d8" /><Relationship Type="http://schemas.openxmlformats.org/officeDocument/2006/relationships/font" Target="/ppt/fonts/font20.dat" Id="R9962b0c98e0f4643" /><Relationship Type="http://schemas.openxmlformats.org/officeDocument/2006/relationships/font" Target="/ppt/fonts/font21.dat" Id="R73c02033cc1a4182" /><Relationship Type="http://schemas.openxmlformats.org/officeDocument/2006/relationships/font" Target="/ppt/fonts/font22.dat" Id="R96491d86d73d4fcd" /><Relationship Type="http://schemas.openxmlformats.org/officeDocument/2006/relationships/slide" Target="/ppt/slides/slide1.xml" Id="R6e995ceb44c54de8" /><Relationship Type="http://schemas.openxmlformats.org/officeDocument/2006/relationships/slide" Target="/ppt/slides/slide2.xml" Id="Rda76116bf7aa4aa7" /><Relationship Type="http://schemas.openxmlformats.org/officeDocument/2006/relationships/slide" Target="/ppt/slides/slide3.xml" Id="Rbee6b11ffbad41db" /><Relationship Type="http://schemas.openxmlformats.org/officeDocument/2006/relationships/slide" Target="/ppt/slides/slide4.xml" Id="R90a929dfc08442b4" /><Relationship Type="http://schemas.openxmlformats.org/officeDocument/2006/relationships/slide" Target="/ppt/slides/slide5.xml" Id="R391e37af5dfc430f" /><Relationship Type="http://schemas.openxmlformats.org/officeDocument/2006/relationships/slide" Target="/ppt/slides/slide6.xml" Id="Rab6018da5c4341e8" /><Relationship Type="http://schemas.openxmlformats.org/officeDocument/2006/relationships/slide" Target="/ppt/slides/slide7.xml" Id="R8d1ffdd3969142d8" /><Relationship Type="http://schemas.openxmlformats.org/officeDocument/2006/relationships/slide" Target="/ppt/slides/slide8.xml" Id="R9021169fe2ab48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30f1e6cd7244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6edfea70f64dd4" /><Relationship Type="http://schemas.openxmlformats.org/officeDocument/2006/relationships/notesMaster" Target="/ppt/notesMasters/notesMaster1.xml" Id="R9226bee23af147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18b708d1d847d9" /><Relationship Type="http://schemas.openxmlformats.org/officeDocument/2006/relationships/notesMaster" Target="/ppt/notesMasters/notesMaster1.xml" Id="R51dc34df76dd41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d30179c0194a6e" /><Relationship Type="http://schemas.openxmlformats.org/officeDocument/2006/relationships/notesMaster" Target="/ppt/notesMasters/notesMaster1.xml" Id="R7a3061c0235945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de6b455e8443f6" /><Relationship Type="http://schemas.openxmlformats.org/officeDocument/2006/relationships/notesMaster" Target="/ppt/notesMasters/notesMaster1.xml" Id="Rac675c99655441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7e852fe30f40bb" /><Relationship Type="http://schemas.openxmlformats.org/officeDocument/2006/relationships/notesMaster" Target="/ppt/notesMasters/notesMaster1.xml" Id="R312853d69af44e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12fa68ea7a435d" /><Relationship Type="http://schemas.openxmlformats.org/officeDocument/2006/relationships/notesMaster" Target="/ppt/notesMasters/notesMaster1.xml" Id="R2047fe9a7dee4a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75ba578b294649" /><Relationship Type="http://schemas.openxmlformats.org/officeDocument/2006/relationships/notesMaster" Target="/ppt/notesMasters/notesMaster1.xml" Id="R4e4cfe57c6164b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f6bd56d4ea4f1b" /><Relationship Type="http://schemas.openxmlformats.org/officeDocument/2006/relationships/notesMaster" Target="/ppt/notesMasters/notesMaster1.xml" Id="R53467387c0ea43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SIH Problem Statement 26045, Ministry of Ayush / All India Institute of Ayurveda. Official problem title: IP-SAKTI Sahayak, a multilingual, RAG-based (source-cited) AI assistant for Intellectual Property and regulatory guidance in Ayurveda, across national and international regimes. Team ID remains unassigned in the supplied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Regulatory classification does not establish patentability or ABS compliance. ABS means Access and Benefit Sharing. Product Passport fact collection is progressive and unnecessary for general information queries. Research rationale: https://arxiv.org/abs/2405.20362 and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workflow. Rules use met/not_met/unknown conditions and reviewed provision references. Missing decisive facts can trigger clarification or partial guidance. Verification includes source IDs, exact passages, jurisdiction, dates, conditions and semantic support. At most one retrieval repair is allowed. General information bypasses product classification. Only verified sections reach the user. https://aclanthology.org/2023.emnlp-main.398/ https://arxiv.org/abs/2310.11511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technology stack, not an implemented or benchmark-proven system. Qwen3-8B retains the supplied deck's generator as an evaluation candidate, not a selected production winner. BGE-M3 is a retrieval candidate. PostgreSQL FTS ranking is not BM25. Reranker and generator revisions will be selected and pinned using the project benchmark and available hardware. BHASHINI processing requires approved data handling. https://arxiv.org/abs/2402.03216 https://www.postgresql.org/docs/current/textsearch-controls.html https://github.com/AI4Bharat/IndicTrans2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features. Claim verification reduces risk but cannot guarantee correctness. Evidence-support labels are not confidence probabilities. For international requests, treaty frameworks and target-country market access remain distinct. https://arxiv.org/abs/2405.20362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scope and acceptance targets, not achieved results. Begin with 30 expert-reviewed cases and grow to approximately 150 independent base cases, with separate paired Hindi variants. Assess answer correctness, citation completeness, unnecessary abstention, jurisdiction leakage, latency and cost as well. Any observed critical fabricated authority or wrong-jurisdiction obligation blocks release. Keep unreviewed routes explicitly unsupported. Corpus update example: NBA lists the 2025 ABS Regulations at https://nbaindia.nic.in/public-information/notification-guidelines . Evaluation methodologies: https://arxiv.org/abs/2408.10343 and https://arxiv.org/abs/2603.01710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expected benefits to validate in a pilot, not measured outcomes. Do not interpret guidance as a guarantee of compliance, patent grant, market entry or protection from misappropriation. TK means traditional knowledge. Compare expert review effort and user comprehension alongside correctness and citation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and research references. Additional links: https://www.ipindia.gov.in/ https://fssai.gov.in/upload/notifications/2022/05/62789a20b54bdGazette_Notification_Ayurveda_Aahara_09_05_2022.pdf https://www.tkdl.res.in/ https://bhashini.gov.in/ https://arxiv.org/abs/2202.00216 https://arxiv.org/abs/2405.20362 . Source access and reuse terms require review before ingestion. Research supports individual design choices, not a proven best complete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9f9454b23f43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0fb14bca234c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939520657642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630e61d2794e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0d7631f55f41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ea4e675ed14f1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4c72cde0f924f9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4ff146bd3e24fe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857cb11e329485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0d2c9a8944e408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8c1caaf300643d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A549F7-0746-45D7-B383-4762B49FFD1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33589612-2835-4042-B332-2CD4C0C94DF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EC526A7-0980-4001-A51A-5696C542AF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C923AEC7-EEB1-4A25-ABD4-9007894DBB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ADBB5F-E1CE-446B-810C-391B206414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24DEA6-66FD-42CE-8A2C-F22EC2818D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53922D6-1A30-4E23-B87D-BCD17249A56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521828B-0B4E-45CE-9896-2B40CE1813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A4E49AD3-8031-4C8E-8C98-17D10AE620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1DB8D4F-7514-4D26-B4BF-F66CC979AA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C46D92-81DA-40A2-964F-DDDF488D12E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0C9D2C6-57E9-44FE-9FC4-6DCDDC3E688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0068053-B30B-441B-BB84-D7F92A61E8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8785717A-4622-42B5-AC29-037A17F43A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069EA4-C6D0-4B81-9C85-C47A1D1431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291908-1BA2-4FDB-8BE2-B05B6D75022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8BAD94F-8637-4E24-B653-329AC649D0D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8570028F-E0BC-45ED-A1D6-CBF2AE2CA1D2}"/>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5538183-A1D4-4007-BDAD-5B07B2377E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66480044-D73D-4503-ACF0-A19A147CE6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E139004-73CB-4A96-BF14-6DC2532DF7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795EF1-CE64-4AF3-A556-CC4E581C8A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ACB2A78-DB28-4AF3-B5FD-EDB82E1B25F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E011376-6A06-4FE1-B28F-B36AE4600D9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7C6A30D1-DC54-4376-86FC-F4E66F0EA1B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05A6DFE-4B47-43F5-9249-48D02C2FCF1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6FC78C23-93BD-446C-AFAB-2F2EA02EFD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8" name="Footer Placeholder 7">
            <a:extLst xmlns:a="http://schemas.openxmlformats.org/drawingml/2006/main">
              <a:ext uri="{FF2B5EF4-FFF2-40B4-BE49-F238E27FC236}">
                <a16:creationId xmlns:a16="http://schemas.microsoft.com/office/drawing/2014/main" id="{9CDF7C94-0A3A-4DD6-BDA0-629F49B6F0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A97EC81-68FA-4B83-93E7-63D641C111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B143CC-C90E-4FFF-84FD-E944452D00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0E539A2-0C0A-4D7C-879B-80234B5C13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4" name="Footer Placeholder 3">
            <a:extLst xmlns:a="http://schemas.openxmlformats.org/drawingml/2006/main">
              <a:ext uri="{FF2B5EF4-FFF2-40B4-BE49-F238E27FC236}">
                <a16:creationId xmlns:a16="http://schemas.microsoft.com/office/drawing/2014/main" id="{A608F7A0-BBB5-4FB1-ACBD-8D1F345025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B70E241-7C88-4B1E-A894-798198D5C0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9AD67FE-114A-4A9D-B7EF-401D40B270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3" name="Footer Placeholder 2">
            <a:extLst xmlns:a="http://schemas.openxmlformats.org/drawingml/2006/main">
              <a:ext uri="{FF2B5EF4-FFF2-40B4-BE49-F238E27FC236}">
                <a16:creationId xmlns:a16="http://schemas.microsoft.com/office/drawing/2014/main" id="{20583862-A7C0-421A-A560-B180A451BD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2ED0867-203C-47A2-9775-52E970455D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BC77DB-E3F8-4FF3-9709-C2366033BE1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0758BC3-A7BF-41A6-872F-48A74971436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80885CA-C838-4498-86FF-FD5EC2F4F90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84D535C-31FD-4ACE-8716-7E07FE0D71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E514C920-3865-4CAC-8DDF-9A90489003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848E407-BA52-4178-BA51-9F11534F0F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CB0D1D-4D24-4963-9B51-E276254CF25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E0F95657-F4CC-4E94-A6E6-CA4C5EDE774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F96967A3-C889-4B19-9B54-A20E1BAC46B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61EF903-2FA4-45AF-AC2B-C1073C34F8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BAE0E8CD-2FDD-4608-8C0F-0088130921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84C57D1-9F80-4ACA-A14E-999C3899BD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0DBA3C-6757-4FE6-8992-0F05E4BC33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E1C0DD2-C9C0-44C8-ACE0-A67E839158E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3D37E31-1628-448E-9FB4-00F3AF79C8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5AB2B938-35E8-44E9-B928-48F5632F35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A79CADD-6FC2-4610-8E5D-DF1F45EEEB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2C7C1C4-B505-4E5D-9FEC-C4E00D0350D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36CBF7C-8B23-487D-AA74-318A89F7DE2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A717A03-E9BE-4055-B71C-EF4D78BDC3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3D9D5927-A735-4B65-81D3-252DE6BF6E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B9EDF1-B207-4EF6-8887-022A200EA1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d77df0688405c" /><Relationship Type="http://schemas.openxmlformats.org/officeDocument/2006/relationships/slideLayout" Target="/ppt/slideLayouts/slideLayout1.xml" Id="Rd21029d28d124480" /><Relationship Type="http://schemas.openxmlformats.org/officeDocument/2006/relationships/slideLayout" Target="/ppt/slideLayouts/slideLayout2.xml" Id="R9555061859c744a4" /><Relationship Type="http://schemas.openxmlformats.org/officeDocument/2006/relationships/slideLayout" Target="/ppt/slideLayouts/slideLayout3.xml" Id="R9a29f20a97414ac2" /><Relationship Type="http://schemas.openxmlformats.org/officeDocument/2006/relationships/slideLayout" Target="/ppt/slideLayouts/slideLayout4.xml" Id="R5c9c6e65e69f4a82" /><Relationship Type="http://schemas.openxmlformats.org/officeDocument/2006/relationships/slideLayout" Target="/ppt/slideLayouts/slideLayout5.xml" Id="Rc3991196a906404d" /><Relationship Type="http://schemas.openxmlformats.org/officeDocument/2006/relationships/slideLayout" Target="/ppt/slideLayouts/slideLayout6.xml" Id="Re56d2bd46a994435" /><Relationship Type="http://schemas.openxmlformats.org/officeDocument/2006/relationships/slideLayout" Target="/ppt/slideLayouts/slideLayout7.xml" Id="R652cba35384c490c" /><Relationship Type="http://schemas.openxmlformats.org/officeDocument/2006/relationships/slideLayout" Target="/ppt/slideLayouts/slideLayout8.xml" Id="R2baf90da6d51477b" /><Relationship Type="http://schemas.openxmlformats.org/officeDocument/2006/relationships/slideLayout" Target="/ppt/slideLayouts/slideLayout9.xml" Id="Red659779042746a3" /><Relationship Type="http://schemas.openxmlformats.org/officeDocument/2006/relationships/slideLayout" Target="/ppt/slideLayouts/slideLayout10.xml" Id="Rff6b65bf00544283" /><Relationship Type="http://schemas.openxmlformats.org/officeDocument/2006/relationships/slideLayout" Target="/ppt/slideLayouts/slideLayout11.xml" Id="R14398cde5ae0454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316C1D4-E04D-4411-B8B9-E7EF4BFB4CD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C1118E0-49E1-4403-8132-AB3AC3B23C0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91B1A32-B307-4892-AA8B-7801DEBE62E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F84298E8-B8B4-4B71-94E7-E6E2EC926C1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1F50F0A-160B-49AB-942C-023E2C74D77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1029d28d124480"/>
    <p:sldLayoutId xmlns:r="http://schemas.openxmlformats.org/officeDocument/2006/relationships" id="2147483650" r:id="R9555061859c744a4"/>
    <p:sldLayoutId xmlns:r="http://schemas.openxmlformats.org/officeDocument/2006/relationships" id="2147483651" r:id="R9a29f20a97414ac2"/>
    <p:sldLayoutId xmlns:r="http://schemas.openxmlformats.org/officeDocument/2006/relationships" id="2147483652" r:id="R5c9c6e65e69f4a82"/>
    <p:sldLayoutId xmlns:r="http://schemas.openxmlformats.org/officeDocument/2006/relationships" id="2147483653" r:id="Rc3991196a906404d"/>
    <p:sldLayoutId xmlns:r="http://schemas.openxmlformats.org/officeDocument/2006/relationships" id="2147483654" r:id="Re56d2bd46a994435"/>
    <p:sldLayoutId xmlns:r="http://schemas.openxmlformats.org/officeDocument/2006/relationships" id="2147483655" r:id="R652cba35384c490c"/>
    <p:sldLayoutId xmlns:r="http://schemas.openxmlformats.org/officeDocument/2006/relationships" id="2147483656" r:id="R2baf90da6d51477b"/>
    <p:sldLayoutId xmlns:r="http://schemas.openxmlformats.org/officeDocument/2006/relationships" id="2147483657" r:id="Red659779042746a3"/>
    <p:sldLayoutId xmlns:r="http://schemas.openxmlformats.org/officeDocument/2006/relationships" id="2147483658" r:id="Rff6b65bf00544283"/>
    <p:sldLayoutId xmlns:r="http://schemas.openxmlformats.org/officeDocument/2006/relationships" id="2147483659" r:id="R14398cde5ae0454d"/>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dc2892591994253" /><Relationship Type="http://schemas.openxmlformats.org/officeDocument/2006/relationships/image" Target="/ppt/media/image.png" Id="R27a5ecd3539048c4" /><Relationship Type="http://schemas.openxmlformats.org/officeDocument/2006/relationships/image" Target="/ppt/media/image.svg" Id="Rd994cb58625345fd" /><Relationship Type="http://schemas.openxmlformats.org/officeDocument/2006/relationships/image" Target="/ppt/media/image2.png" Id="Rd56a9bc385394156" /><Relationship Type="http://schemas.openxmlformats.org/officeDocument/2006/relationships/image" Target="/ppt/media/image3.png" Id="R94acd6a9ee1f4a9e" /><Relationship Type="http://schemas.openxmlformats.org/officeDocument/2006/relationships/notesSlide" Target="/ppt/notesSlides/notesSlide1.xml" Id="R915682bc14a644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49ca59893ff4001" /><Relationship Type="http://schemas.openxmlformats.org/officeDocument/2006/relationships/image" Target="/ppt/media/image4.png" Id="Rf3fe9c4728a74c4b" /><Relationship Type="http://schemas.openxmlformats.org/officeDocument/2006/relationships/image" Target="/ppt/media/image2.svg" Id="Rd484d3027d144fd2" /><Relationship Type="http://schemas.openxmlformats.org/officeDocument/2006/relationships/image" Target="/ppt/media/image3.png" Id="R36cbf88b209242a4" /><Relationship Type="http://schemas.openxmlformats.org/officeDocument/2006/relationships/notesSlide" Target="/ppt/notesSlides/notesSlide2.xml" Id="R536b77a7599740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2efe61888cd4ec3" /><Relationship Type="http://schemas.openxmlformats.org/officeDocument/2006/relationships/image" Target="/ppt/media/image3.png" Id="R4591e60ee1ef4430" /><Relationship Type="http://schemas.openxmlformats.org/officeDocument/2006/relationships/image" Target="/ppt/media/image5.png" Id="Raa02c646f75e427d" /><Relationship Type="http://schemas.openxmlformats.org/officeDocument/2006/relationships/image" Target="/ppt/media/image3.svg" Id="R3f21e72389a54ca2" /><Relationship Type="http://schemas.openxmlformats.org/officeDocument/2006/relationships/notesSlide" Target="/ppt/notesSlides/notesSlide3.xml" Id="R5749e9cba14d48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495b262b42b54e98" /><Relationship Type="http://schemas.openxmlformats.org/officeDocument/2006/relationships/image" Target="/ppt/media/image3.png" Id="R971d608632b240f6" /><Relationship Type="http://schemas.openxmlformats.org/officeDocument/2006/relationships/image" Target="/ppt/media/image5.png" Id="R5279747500534749" /><Relationship Type="http://schemas.openxmlformats.org/officeDocument/2006/relationships/image" Target="/ppt/media/image3.svg" Id="R2e0cb1d60e5f4816" /><Relationship Type="http://schemas.openxmlformats.org/officeDocument/2006/relationships/notesSlide" Target="/ppt/notesSlides/notesSlide4.xml" Id="Rf50baa8bebff4e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e640fefdea44897" /><Relationship Type="http://schemas.openxmlformats.org/officeDocument/2006/relationships/image" Target="/ppt/media/image3.png" Id="Rbbaf1d54dcd54de9" /><Relationship Type="http://schemas.openxmlformats.org/officeDocument/2006/relationships/image" Target="/ppt/media/image6.png" Id="R3d09253cfd974f3d" /><Relationship Type="http://schemas.openxmlformats.org/officeDocument/2006/relationships/image" Target="/ppt/media/image4.svg" Id="Rec8c409222294058" /><Relationship Type="http://schemas.openxmlformats.org/officeDocument/2006/relationships/notesSlide" Target="/ppt/notesSlides/notesSlide5.xml" Id="R15997af60b4749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6db325ac4ef4c62" /><Relationship Type="http://schemas.openxmlformats.org/officeDocument/2006/relationships/image" Target="/ppt/media/image7.png" Id="Rb27af424ee434885" /><Relationship Type="http://schemas.openxmlformats.org/officeDocument/2006/relationships/image" Target="/ppt/media/image5.svg" Id="R85234dbd83564f9c" /><Relationship Type="http://schemas.openxmlformats.org/officeDocument/2006/relationships/image" Target="/ppt/media/image8.png" Id="Reb636b03293a4904" /><Relationship Type="http://schemas.openxmlformats.org/officeDocument/2006/relationships/notesSlide" Target="/ppt/notesSlides/notesSlide6.xml" Id="R626f9cc095ad4d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33b17f0ff924350" /><Relationship Type="http://schemas.openxmlformats.org/officeDocument/2006/relationships/image" Target="/ppt/media/image3.png" Id="Ra736fa44f1274c20" /><Relationship Type="http://schemas.openxmlformats.org/officeDocument/2006/relationships/image" Target="/ppt/media/image4.png" Id="Rbd5a7bedc9284e67" /><Relationship Type="http://schemas.openxmlformats.org/officeDocument/2006/relationships/image" Target="/ppt/media/image2.svg" Id="R454410ea17ac4224" /><Relationship Type="http://schemas.openxmlformats.org/officeDocument/2006/relationships/notesSlide" Target="/ppt/notesSlides/notesSlide7.xml" Id="Rf7d1ca1b90b947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95f13a2282b4c8f" /><Relationship Type="http://schemas.openxmlformats.org/officeDocument/2006/relationships/image" Target="/ppt/media/image9.png" Id="Re1f67766ecf34c78" /><Relationship Type="http://schemas.openxmlformats.org/officeDocument/2006/relationships/hyperlink" Target="https://www.indiacode.nic.in/handle/123456789/1392" TargetMode="External" Id="R815741400572455a" /><Relationship Type="http://schemas.openxmlformats.org/officeDocument/2006/relationships/hyperlink" Target="https://www.cdsco.gov.in/opencms/opencms/en/Traditional_Drugs/" TargetMode="External" Id="R424e0dd545fe49b0" /><Relationship Type="http://schemas.openxmlformats.org/officeDocument/2006/relationships/hyperlink" Target="https://nbaindia.nic.in/public-information/notification-guidelines" TargetMode="External" Id="Rf0c89107c27e4cae" /><Relationship Type="http://schemas.openxmlformats.org/officeDocument/2006/relationships/hyperlink" Target="https://www.wipo.int/en/web/treaties/ip/gratk" TargetMode="External" Id="Rfc7ff4132af8480e" /><Relationship Type="http://schemas.openxmlformats.org/officeDocument/2006/relationships/hyperlink" Target="https://aclanthology.org/2023.emnlp-main.398/" TargetMode="External" Id="Rb100bd30f3874bc9" /><Relationship Type="http://schemas.openxmlformats.org/officeDocument/2006/relationships/hyperlink" Target="https://arxiv.org/abs/2408.10343" TargetMode="External" Id="Rf3af38f6c38540ca" /><Relationship Type="http://schemas.openxmlformats.org/officeDocument/2006/relationships/hyperlink" Target="https://arxiv.org/abs/2402.03216" TargetMode="External" Id="R345f437219984856" /><Relationship Type="http://schemas.openxmlformats.org/officeDocument/2006/relationships/hyperlink" Target="https://arxiv.org/abs/2305.16307" TargetMode="External" Id="Rb017f699ad0e4a03" /><Relationship Type="http://schemas.openxmlformats.org/officeDocument/2006/relationships/notesSlide" Target="/ppt/notesSlides/notesSlide8.xml" Id="R14095a098239433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5D1BE783-0162-4DD8-8E1A-6C0AE5713914}"/>
              </a:ext>
            </a:extLst>
          </p:cNvPr>
          <p:cNvSpPr>
            <a:spLocks xmlns:a="http://schemas.openxmlformats.org/drawingml/2006/main" noGrp="1"/>
          </p:cNvSpPr>
          <p:nvPr/>
        </p:nvSpPr>
        <p:spPr>
          <a:xfrm xmlns:a="http://schemas.openxmlformats.org/drawingml/2006/main">
            <a:off x="5657821" y="847725"/>
            <a:ext cx="4638675" cy="5162550"/>
          </a:xfrm>
          <a:custGeom xmlns:a="http://schemas.openxmlformats.org/drawingml/2006/main">
            <a:rect l="l" t="t" r="r" b="b"/>
            <a:pathLst>
              <a:path w="4638675" h="5162550">
                <a:moveTo>
                  <a:pt x="0" y="0"/>
                </a:moveTo>
                <a:lnTo>
                  <a:pt x="4638675" y="0"/>
                </a:lnTo>
                <a:lnTo>
                  <a:pt x="4638675" y="5162550"/>
                </a:lnTo>
                <a:lnTo>
                  <a:pt x="0" y="5162550"/>
                </a:lnTo>
                <a:lnTo>
                  <a:pt x="0" y="0"/>
                </a:lnTo>
                <a:close/>
              </a:path>
            </a:pathLst>
          </a:custGeom>
          <a:blipFill xmlns:a="http://schemas.openxmlformats.org/drawingml/2006/main">
            <a:blip xmlns:r="http://schemas.openxmlformats.org/officeDocument/2006/relationships" r:embed="R27a5ecd3539048c4">
              <a:extLst>
                <a:ext uri="{96DAC541-7B7A-43D3-8B79-37D633B846F1}">
                  <asvg:svgBlip xmlns:asvg="http://schemas.microsoft.com/office/drawing/2016/SVG/main" r:embed="Rd994cb58625345fd"/>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4EF2F8F0-21B4-4390-9F4E-00BCF16066F8}"/>
              </a:ext>
            </a:extLst>
          </p:cNvPr>
          <p:cNvSpPr>
            <a:spLocks xmlns:a="http://schemas.openxmlformats.org/drawingml/2006/main" noGrp="1"/>
          </p:cNvSpPr>
          <p:nvPr/>
        </p:nvSpPr>
        <p:spPr>
          <a:xfrm xmlns:a="http://schemas.openxmlformats.org/drawingml/2006/main" rot="0" flipH="0" flipV="0">
            <a:off x="6858000" y="1714500"/>
            <a:ext cx="3200400" cy="3429000"/>
          </a:xfrm>
          <a:custGeom xmlns:a="http://schemas.openxmlformats.org/drawingml/2006/main">
            <a:rect l="l" t="t" r="r" b="b"/>
            <a:pathLst>
              <a:path w="4267200" h="4572000">
                <a:moveTo>
                  <a:pt x="0" y="0"/>
                </a:moveTo>
                <a:lnTo>
                  <a:pt x="4267200" y="0"/>
                </a:lnTo>
                <a:lnTo>
                  <a:pt x="4267200" y="4572000"/>
                </a:lnTo>
                <a:lnTo>
                  <a:pt x="0" y="4572000"/>
                </a:lnTo>
                <a:lnTo>
                  <a:pt x="0" y="0"/>
                </a:lnTo>
                <a:close/>
              </a:path>
            </a:pathLst>
          </a:custGeom>
          <a:blipFill xmlns:a="http://schemas.openxmlformats.org/drawingml/2006/main">
            <a:blip xmlns:r="http://schemas.openxmlformats.org/officeDocument/2006/relationships" r:embed="Rd56a9bc385394156"/>
            <a:stretch>
              <a:fillRect l="0" t="0" r="0" b="0"/>
            </a:stretch>
          </a:blipFill>
        </p:spPr>
      </p:sp>
      <p:sp>
        <p:nvSpPr>
          <p:cNvPr id="6" name="Freeform 6">
            <a:extLst xmlns:a="http://schemas.openxmlformats.org/drawingml/2006/main">
              <a:ext uri="{FF2B5EF4-FFF2-40B4-BE49-F238E27FC236}">
                <a16:creationId xmlns:a16="http://schemas.microsoft.com/office/drawing/2014/main" id="{D8AD896C-9BE8-4424-B7E6-EB7FA44CB37B}"/>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94acd6a9ee1f4a9e"/>
            <a:stretch>
              <a:fillRect l="0" t="0" r="0" b="0"/>
            </a:stretch>
          </a:blipFill>
        </p:spPr>
      </p:sp>
      <p:sp>
        <p:nvSpPr>
          <p:cNvPr id="7" name="TextBox 7">
            <a:extLst xmlns:a="http://schemas.openxmlformats.org/drawingml/2006/main">
              <a:ext uri="{FF2B5EF4-FFF2-40B4-BE49-F238E27FC236}">
                <a16:creationId xmlns:a16="http://schemas.microsoft.com/office/drawing/2014/main" id="{DBBAD5FB-CDF0-43D0-BF72-8B44EB035421}"/>
              </a:ext>
            </a:extLst>
          </p:cNvPr>
          <p:cNvSpPr>
            <a:spLocks xmlns:a="http://schemas.openxmlformats.org/drawingml/2006/main" noGrp="1"/>
          </p:cNvSpPr>
          <p:nvPr/>
        </p:nvSpPr>
        <p:spPr>
          <a:xfrm xmlns:a="http://schemas.openxmlformats.org/drawingml/2006/main">
            <a:off x="4922510" y="138722"/>
            <a:ext cx="128892" cy="682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572"/>
              </a:lnSpc>
              <a:buNone/>
            </a:pPr>
            <a:r>
              <a:rPr sz="3980" b="1">
                <a:solidFill>
                  <a:srgbClr val="1F497D"/>
                </a:solidFill>
                <a:latin typeface="Garamond Bold"/>
                <a:ea typeface="Garamond Bold"/>
                <a:cs typeface="Garamond Bold"/>
              </a:rPr>
              <a:t> </a:t>
            </a:r>
          </a:p>
        </p:txBody>
      </p:sp>
      <p:sp>
        <p:nvSpPr>
          <p:cNvPr id="8" name="">
            <a:extLst xmlns:a="http://schemas.openxmlformats.org/drawingml/2006/main">
              <a:ext uri="{FF2B5EF4-FFF2-40B4-BE49-F238E27FC236}">
                <a16:creationId xmlns:a16="http://schemas.microsoft.com/office/drawing/2014/main" id="{EAEC7E6A-2216-4246-9EFB-93686E1C2883}"/>
              </a:ext>
            </a:extLst>
          </p:cNvPr>
          <p:cNvSpPr>
            <a:spLocks xmlns:a="http://schemas.openxmlformats.org/drawingml/2006/main" noGrp="1"/>
          </p:cNvSpPr>
          <p:nvPr/>
        </p:nvSpPr>
        <p:spPr>
          <a:xfrm xmlns:a="http://schemas.openxmlformats.org/drawingml/2006/main">
            <a:off x="1000125" y="209550"/>
            <a:ext cx="871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25" b="1">
                <a:solidFill>
                  <a:srgbClr val="234F7B"/>
                </a:solidFill>
                <a:latin typeface="Arial Bold"/>
                <a:ea typeface="Arial Bold"/>
                <a:cs typeface="Arial Bold"/>
              </a:defRPr>
            </a:pPr>
            <a:r>
              <a:rPr sz="3525" b="1">
                <a:solidFill>
                  <a:srgbClr val="234F7B"/>
                </a:solidFill>
                <a:latin typeface="Arial Bold"/>
                <a:ea typeface="Arial Bold"/>
                <a:cs typeface="Arial Bold"/>
              </a:rPr>
              <a:t>SMART INDIA HACKATHON 2026</a:t>
            </a:r>
          </a:p>
        </p:txBody>
      </p:sp>
      <p:sp>
        <p:nvSpPr>
          <p:cNvPr id="9" name="">
            <a:extLst xmlns:a="http://schemas.openxmlformats.org/drawingml/2006/main">
              <a:ext uri="{FF2B5EF4-FFF2-40B4-BE49-F238E27FC236}">
                <a16:creationId xmlns:a16="http://schemas.microsoft.com/office/drawing/2014/main" id="{21DA605E-0767-4C18-AEA4-5A27480601AA}"/>
              </a:ext>
            </a:extLst>
          </p:cNvPr>
          <p:cNvSpPr>
            <a:spLocks xmlns:a="http://schemas.openxmlformats.org/drawingml/2006/main" noGrp="1"/>
          </p:cNvSpPr>
          <p:nvPr/>
        </p:nvSpPr>
        <p:spPr>
          <a:xfrm xmlns:a="http://schemas.openxmlformats.org/drawingml/2006/main">
            <a:off x="552450" y="1276350"/>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02C37"/>
                </a:solidFill>
                <a:latin typeface="Arial Bold"/>
                <a:ea typeface="Arial Bold"/>
                <a:cs typeface="Arial Bold"/>
              </a:defRPr>
            </a:pPr>
            <a:r>
              <a:rPr sz="2925" b="1">
                <a:solidFill>
                  <a:srgbClr val="202C37"/>
                </a:solidFill>
                <a:latin typeface="Arial Bold"/>
                <a:ea typeface="Arial Bold"/>
                <a:cs typeface="Arial Bold"/>
              </a:rPr>
              <a:t>IP-SAKTI SAHAYAK</a:t>
            </a:r>
          </a:p>
        </p:txBody>
      </p:sp>
      <p:sp>
        <p:nvSpPr>
          <p:cNvPr id="10" name="">
            <a:extLst xmlns:a="http://schemas.openxmlformats.org/drawingml/2006/main">
              <a:ext uri="{FF2B5EF4-FFF2-40B4-BE49-F238E27FC236}">
                <a16:creationId xmlns:a16="http://schemas.microsoft.com/office/drawing/2014/main" id="{DA47F191-8BA0-44B2-96F3-FFDD174E7EBA}"/>
              </a:ext>
            </a:extLst>
          </p:cNvPr>
          <p:cNvSpPr>
            <a:spLocks xmlns:a="http://schemas.openxmlformats.org/drawingml/2006/main" noGrp="1"/>
          </p:cNvSpPr>
          <p:nvPr/>
        </p:nvSpPr>
        <p:spPr>
          <a:xfrm xmlns:a="http://schemas.openxmlformats.org/drawingml/2006/main">
            <a:off x="552450" y="2038350"/>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2C37"/>
                </a:solidFill>
                <a:latin typeface="Arial Bold"/>
                <a:ea typeface="Arial Bold"/>
                <a:cs typeface="Arial Bold"/>
              </a:defRPr>
            </a:pPr>
            <a:r>
              <a:rPr sz="2025" b="1">
                <a:solidFill>
                  <a:srgbClr val="202C37"/>
                </a:solidFill>
                <a:latin typeface="Arial Bold"/>
                <a:ea typeface="Arial Bold"/>
                <a:cs typeface="Arial Bold"/>
              </a:rPr>
              <a:t>Problem Statement ID: 26045</a:t>
            </a:r>
          </a:p>
        </p:txBody>
      </p:sp>
      <p:sp>
        <p:nvSpPr>
          <p:cNvPr id="11" name="">
            <a:extLst xmlns:a="http://schemas.openxmlformats.org/drawingml/2006/main">
              <a:ext uri="{FF2B5EF4-FFF2-40B4-BE49-F238E27FC236}">
                <a16:creationId xmlns:a16="http://schemas.microsoft.com/office/drawing/2014/main" id="{A60010D8-9AED-4A84-AFE7-7B17627D9381}"/>
              </a:ext>
            </a:extLst>
          </p:cNvPr>
          <p:cNvSpPr>
            <a:spLocks xmlns:a="http://schemas.openxmlformats.org/drawingml/2006/main" noGrp="1"/>
          </p:cNvSpPr>
          <p:nvPr/>
        </p:nvSpPr>
        <p:spPr>
          <a:xfrm xmlns:a="http://schemas.openxmlformats.org/drawingml/2006/main">
            <a:off x="552450" y="2524125"/>
            <a:ext cx="5476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Multilingual, source-cited AI assistant for</a:t>
            </a:r>
          </a:p>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Ayurveda IP and regulatory guidance</a:t>
            </a:r>
          </a:p>
        </p:txBody>
      </p:sp>
      <p:sp>
        <p:nvSpPr>
          <p:cNvPr id="12" name="">
            <a:extLst xmlns:a="http://schemas.openxmlformats.org/drawingml/2006/main">
              <a:ext uri="{FF2B5EF4-FFF2-40B4-BE49-F238E27FC236}">
                <a16:creationId xmlns:a16="http://schemas.microsoft.com/office/drawing/2014/main" id="{D9677B34-3946-4D8E-94AE-CC8A37CFA98F}"/>
              </a:ext>
            </a:extLst>
          </p:cNvPr>
          <p:cNvSpPr>
            <a:spLocks xmlns:a="http://schemas.openxmlformats.org/drawingml/2006/main" noGrp="1"/>
          </p:cNvSpPr>
          <p:nvPr/>
        </p:nvSpPr>
        <p:spPr>
          <a:xfrm xmlns:a="http://schemas.openxmlformats.org/drawingml/2006/main">
            <a:off x="552450" y="36766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Theme: MedTech / BioTech / HealthTech</a:t>
            </a:r>
          </a:p>
        </p:txBody>
      </p:sp>
      <p:sp>
        <p:nvSpPr>
          <p:cNvPr id="13" name="">
            <a:extLst xmlns:a="http://schemas.openxmlformats.org/drawingml/2006/main">
              <a:ext uri="{FF2B5EF4-FFF2-40B4-BE49-F238E27FC236}">
                <a16:creationId xmlns:a16="http://schemas.microsoft.com/office/drawing/2014/main" id="{E1C7B218-E8F3-4F52-B69D-9E13C75E6DDE}"/>
              </a:ext>
            </a:extLst>
          </p:cNvPr>
          <p:cNvSpPr>
            <a:spLocks xmlns:a="http://schemas.openxmlformats.org/drawingml/2006/main" noGrp="1"/>
          </p:cNvSpPr>
          <p:nvPr/>
        </p:nvSpPr>
        <p:spPr>
          <a:xfrm xmlns:a="http://schemas.openxmlformats.org/drawingml/2006/main">
            <a:off x="552450" y="42100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Category: Software</a:t>
            </a:r>
          </a:p>
        </p:txBody>
      </p:sp>
      <p:sp>
        <p:nvSpPr>
          <p:cNvPr id="14" name="">
            <a:extLst xmlns:a="http://schemas.openxmlformats.org/drawingml/2006/main">
              <a:ext uri="{FF2B5EF4-FFF2-40B4-BE49-F238E27FC236}">
                <a16:creationId xmlns:a16="http://schemas.microsoft.com/office/drawing/2014/main" id="{4C451A1D-201A-4960-9BA0-E4465150E1A1}"/>
              </a:ext>
            </a:extLst>
          </p:cNvPr>
          <p:cNvSpPr>
            <a:spLocks xmlns:a="http://schemas.openxmlformats.org/drawingml/2006/main" noGrp="1"/>
          </p:cNvSpPr>
          <p:nvPr/>
        </p:nvSpPr>
        <p:spPr>
          <a:xfrm xmlns:a="http://schemas.openxmlformats.org/drawingml/2006/main">
            <a:off x="55245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Team ID: To be assigned</a:t>
            </a:r>
          </a:p>
        </p:txBody>
      </p:sp>
      <p:sp>
        <p:nvSpPr>
          <p:cNvPr id="15" name="">
            <a:extLst xmlns:a="http://schemas.openxmlformats.org/drawingml/2006/main">
              <a:ext uri="{FF2B5EF4-FFF2-40B4-BE49-F238E27FC236}">
                <a16:creationId xmlns:a16="http://schemas.microsoft.com/office/drawing/2014/main" id="{2A78523A-F3D3-4D72-8CF4-C2B2D3019B97}"/>
              </a:ext>
            </a:extLst>
          </p:cNvPr>
          <p:cNvSpPr>
            <a:spLocks xmlns:a="http://schemas.openxmlformats.org/drawingml/2006/main" noGrp="1"/>
          </p:cNvSpPr>
          <p:nvPr/>
        </p:nvSpPr>
        <p:spPr>
          <a:xfrm xmlns:a="http://schemas.openxmlformats.org/drawingml/2006/main">
            <a:off x="552450" y="5276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34F7B"/>
                </a:solidFill>
                <a:latin typeface="Arial Bold"/>
                <a:ea typeface="Arial Bold"/>
                <a:cs typeface="Arial Bold"/>
              </a:defRPr>
            </a:pPr>
            <a:r>
              <a:rPr sz="2175" b="1">
                <a:solidFill>
                  <a:srgbClr val="234F7B"/>
                </a:solidFill>
                <a:latin typeface="Arial Bold"/>
                <a:ea typeface="Arial Bold"/>
                <a:cs typeface="Arial Bold"/>
              </a:rPr>
              <a:t>Team Name: Naut IQ</a:t>
            </a:r>
          </a:p>
        </p:txBody>
      </p:sp>
    </p:spTree>
    <p:extLst>
      <p:ext uri="{BB962C8B-B14F-4D97-AF65-F5344CB8AC3E}">
        <p14:creationId xmlns:p14="http://schemas.microsoft.com/office/powerpoint/2010/main" val="118115977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21E9B266-7DBE-4DAA-B717-970C9A5980F4}"/>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f3fe9c4728a74c4b">
              <a:extLst>
                <a:ext uri="{96DAC541-7B7A-43D3-8B79-37D633B846F1}">
                  <asvg:svgBlip xmlns:asvg="http://schemas.microsoft.com/office/drawing/2016/SVG/main" r:embed="Rd484d3027d144fd2"/>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4E68A1DA-F24B-4F31-9F0E-C14E0A6E7928}"/>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36cbf88b209242a4"/>
            <a:stretch>
              <a:fillRect l="0" t="0" r="0" b="0"/>
            </a:stretch>
          </a:blipFill>
        </p:spPr>
      </p:sp>
      <p:sp>
        <p:nvSpPr>
          <p:cNvPr id="5" name="">
            <a:extLst xmlns:a="http://schemas.openxmlformats.org/drawingml/2006/main">
              <a:ext uri="{FF2B5EF4-FFF2-40B4-BE49-F238E27FC236}">
                <a16:creationId xmlns:a16="http://schemas.microsoft.com/office/drawing/2014/main" id="{184A49F3-0377-4E25-8EAC-4D9B5CD652C3}"/>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PROBLEM AND SOLUTION</a:t>
            </a:r>
          </a:p>
        </p:txBody>
      </p:sp>
      <p:sp>
        <p:nvSpPr>
          <p:cNvPr id="6" name="">
            <a:extLst xmlns:a="http://schemas.openxmlformats.org/drawingml/2006/main">
              <a:ext uri="{FF2B5EF4-FFF2-40B4-BE49-F238E27FC236}">
                <a16:creationId xmlns:a16="http://schemas.microsoft.com/office/drawing/2014/main" id="{1F96407A-E63C-4AC8-8A2A-53D57599E0E5}"/>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D8E80B6A-2984-4149-B042-7EE280E2A89E}"/>
              </a:ext>
            </a:extLst>
          </p:cNvPr>
          <p:cNvSpPr>
            <a:spLocks xmlns:a="http://schemas.openxmlformats.org/drawingml/2006/main" noGrp="1"/>
          </p:cNvSpPr>
          <p:nvPr/>
        </p:nvSpPr>
        <p:spPr>
          <a:xfrm xmlns:a="http://schemas.openxmlformats.org/drawingml/2006/main">
            <a:off x="571500" y="1524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THE PROBLEM</a:t>
            </a:r>
          </a:p>
        </p:txBody>
      </p:sp>
      <p:sp>
        <p:nvSpPr>
          <p:cNvPr id="8" name="">
            <a:extLst xmlns:a="http://schemas.openxmlformats.org/drawingml/2006/main">
              <a:ext uri="{FF2B5EF4-FFF2-40B4-BE49-F238E27FC236}">
                <a16:creationId xmlns:a16="http://schemas.microsoft.com/office/drawing/2014/main" id="{E066E320-5FA8-4F5A-8DF7-99D4E0518899}"/>
              </a:ext>
            </a:extLst>
          </p:cNvPr>
          <p:cNvSpPr>
            <a:spLocks xmlns:a="http://schemas.openxmlformats.org/drawingml/2006/main" noGrp="1"/>
          </p:cNvSpPr>
          <p:nvPr/>
        </p:nvSpPr>
        <p:spPr>
          <a:xfrm xmlns:a="http://schemas.openxmlformats.org/drawingml/2006/main">
            <a:off x="571500" y="20288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One Ayurvedic product can raise</a:t>
            </a:r>
          </a:p>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several different legal questions.</a:t>
            </a:r>
          </a:p>
        </p:txBody>
      </p:sp>
      <p:sp>
        <p:nvSpPr>
          <p:cNvPr id="9" name="">
            <a:extLst xmlns:a="http://schemas.openxmlformats.org/drawingml/2006/main">
              <a:ext uri="{FF2B5EF4-FFF2-40B4-BE49-F238E27FC236}">
                <a16:creationId xmlns:a16="http://schemas.microsoft.com/office/drawing/2014/main" id="{3722019D-9FE1-4F33-B4D0-5BEA0B427C15}"/>
              </a:ext>
            </a:extLst>
          </p:cNvPr>
          <p:cNvSpPr>
            <a:spLocks xmlns:a="http://schemas.openxmlformats.org/drawingml/2006/main" noGrp="1"/>
          </p:cNvSpPr>
          <p:nvPr/>
        </p:nvSpPr>
        <p:spPr>
          <a:xfrm xmlns:a="http://schemas.openxmlformats.org/drawingml/2006/main">
            <a:off x="571500" y="3000375"/>
            <a:ext cx="4191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product rules apply?</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IP rights may be relevant?</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biological-resource duties arise?</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changes in an export market?</a:t>
            </a:r>
          </a:p>
        </p:txBody>
      </p:sp>
      <p:sp>
        <p:nvSpPr>
          <p:cNvPr id="10" name="">
            <a:extLst xmlns:a="http://schemas.openxmlformats.org/drawingml/2006/main">
              <a:ext uri="{FF2B5EF4-FFF2-40B4-BE49-F238E27FC236}">
                <a16:creationId xmlns:a16="http://schemas.microsoft.com/office/drawing/2014/main" id="{8587E1B6-8540-4637-BC34-578CC794B5CC}"/>
              </a:ext>
            </a:extLst>
          </p:cNvPr>
          <p:cNvSpPr>
            <a:spLocks xmlns:a="http://schemas.openxmlformats.org/drawingml/2006/main" noGrp="1"/>
          </p:cNvSpPr>
          <p:nvPr/>
        </p:nvSpPr>
        <p:spPr>
          <a:xfrm xmlns:a="http://schemas.openxmlformats.org/drawingml/2006/main">
            <a:off x="6762750" y="15240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OUR SOLUTION</a:t>
            </a:r>
          </a:p>
        </p:txBody>
      </p:sp>
      <p:sp>
        <p:nvSpPr>
          <p:cNvPr id="11" name="">
            <a:extLst xmlns:a="http://schemas.openxmlformats.org/drawingml/2006/main">
              <a:ext uri="{FF2B5EF4-FFF2-40B4-BE49-F238E27FC236}">
                <a16:creationId xmlns:a16="http://schemas.microsoft.com/office/drawing/2014/main" id="{814900F4-201A-4593-A40D-A39258FDD644}"/>
              </a:ext>
            </a:extLst>
          </p:cNvPr>
          <p:cNvSpPr>
            <a:spLocks xmlns:a="http://schemas.openxmlformats.org/drawingml/2006/main" noGrp="1"/>
          </p:cNvSpPr>
          <p:nvPr/>
        </p:nvSpPr>
        <p:spPr>
          <a:xfrm xmlns:a="http://schemas.openxmlformats.org/drawingml/2006/main">
            <a:off x="6762750" y="20002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02C37"/>
                </a:solidFill>
                <a:latin typeface="Arial Bold"/>
                <a:ea typeface="Arial Bold"/>
                <a:cs typeface="Arial Bold"/>
              </a:defRPr>
            </a:pPr>
            <a:r>
              <a:rPr sz="2550" b="1">
                <a:solidFill>
                  <a:srgbClr val="202C37"/>
                </a:solidFill>
                <a:latin typeface="Arial Bold"/>
                <a:ea typeface="Arial Bold"/>
                <a:cs typeface="Arial Bold"/>
              </a:rPr>
              <a:t>IP-SAKTI Sahayak</a:t>
            </a:r>
          </a:p>
        </p:txBody>
      </p:sp>
      <p:sp>
        <p:nvSpPr>
          <p:cNvPr id="12" name="">
            <a:extLst xmlns:a="http://schemas.openxmlformats.org/drawingml/2006/main">
              <a:ext uri="{FF2B5EF4-FFF2-40B4-BE49-F238E27FC236}">
                <a16:creationId xmlns:a16="http://schemas.microsoft.com/office/drawing/2014/main" id="{CD2806F6-1BBD-48DC-BE49-002892796DDE}"/>
              </a:ext>
            </a:extLst>
          </p:cNvPr>
          <p:cNvSpPr>
            <a:spLocks xmlns:a="http://schemas.openxmlformats.org/drawingml/2006/main" noGrp="1"/>
          </p:cNvSpPr>
          <p:nvPr/>
        </p:nvSpPr>
        <p:spPr>
          <a:xfrm xmlns:a="http://schemas.openxmlformats.org/drawingml/2006/main">
            <a:off x="6762750" y="266700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Ask only the facts the question needs.</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Assess regulation, IP and ABS separately.</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Retrieve dated provisions. Keep India and</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target-country guidance separate.</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Check the evidence before answering.</a:t>
            </a:r>
          </a:p>
        </p:txBody>
      </p:sp>
      <p:sp>
        <p:nvSpPr>
          <p:cNvPr id="13" name="">
            <a:extLst xmlns:a="http://schemas.openxmlformats.org/drawingml/2006/main">
              <a:ext uri="{FF2B5EF4-FFF2-40B4-BE49-F238E27FC236}">
                <a16:creationId xmlns:a16="http://schemas.microsoft.com/office/drawing/2014/main" id="{77D64BB1-1F35-45E2-824B-07182315AC89}"/>
              </a:ext>
            </a:extLst>
          </p:cNvPr>
          <p:cNvSpPr>
            <a:spLocks xmlns:a="http://schemas.openxmlformats.org/drawingml/2006/main" noGrp="1"/>
          </p:cNvSpPr>
          <p:nvPr/>
        </p:nvSpPr>
        <p:spPr>
          <a:xfrm xmlns:a="http://schemas.openxmlformats.org/drawingml/2006/main">
            <a:off x="5010150" y="2762250"/>
            <a:ext cx="1428750" cy="857250"/>
          </a:xfrm>
          <a:prstGeom xmlns:a="http://schemas.openxmlformats.org/drawingml/2006/main" prst="roundRect">
            <a:avLst>
              <a:gd name="adj" fmla="val 8889"/>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PRODUCT</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PASSPORT</a:t>
            </a:r>
          </a:p>
        </p:txBody>
      </p:sp>
      <p:sp>
        <p:nvSpPr>
          <p:cNvPr id="14" name="">
            <a:extLst xmlns:a="http://schemas.openxmlformats.org/drawingml/2006/main">
              <a:ext uri="{FF2B5EF4-FFF2-40B4-BE49-F238E27FC236}">
                <a16:creationId xmlns:a16="http://schemas.microsoft.com/office/drawing/2014/main" id="{BED7987C-FBEC-4E08-869D-2BBBDF011F16}"/>
              </a:ext>
            </a:extLst>
          </p:cNvPr>
          <p:cNvSpPr>
            <a:spLocks xmlns:a="http://schemas.openxmlformats.org/drawingml/2006/main" noGrp="1"/>
          </p:cNvSpPr>
          <p:nvPr/>
        </p:nvSpPr>
        <p:spPr>
          <a:xfrm xmlns:a="http://schemas.openxmlformats.org/drawingml/2006/main">
            <a:off x="4876800" y="38385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Product-specific</a:t>
            </a:r>
          </a:p>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questions only</a:t>
            </a:r>
          </a:p>
        </p:txBody>
      </p:sp>
      <p:sp>
        <p:nvSpPr>
          <p:cNvPr id="15" name="">
            <a:extLst xmlns:a="http://schemas.openxmlformats.org/drawingml/2006/main">
              <a:ext uri="{FF2B5EF4-FFF2-40B4-BE49-F238E27FC236}">
                <a16:creationId xmlns:a16="http://schemas.microsoft.com/office/drawing/2014/main" id="{B9656C5D-5F21-4DCE-8862-F4F2743588D6}"/>
              </a:ext>
            </a:extLst>
          </p:cNvPr>
          <p:cNvSpPr>
            <a:spLocks xmlns:a="http://schemas.openxmlformats.org/drawingml/2006/main" noGrp="1"/>
          </p:cNvSpPr>
          <p:nvPr/>
        </p:nvSpPr>
        <p:spPr>
          <a:xfrm xmlns:a="http://schemas.openxmlformats.org/drawingml/2006/main">
            <a:off x="571500" y="5772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General questions can go straight to source-based guidance.</a:t>
            </a:r>
          </a:p>
        </p:txBody>
      </p:sp>
    </p:spTree>
    <p:extLst>
      <p:ext uri="{BB962C8B-B14F-4D97-AF65-F5344CB8AC3E}">
        <p14:creationId xmlns:p14="http://schemas.microsoft.com/office/powerpoint/2010/main" val="115006221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031A87F-7352-48AC-869B-34603F5D9EA6}"/>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4591e60ee1ef4430"/>
            <a:stretch>
              <a:fillRect l="0" t="0" r="0" b="0"/>
            </a:stretch>
          </a:blipFill>
        </p:spPr>
      </p:sp>
      <p:sp>
        <p:nvSpPr>
          <p:cNvPr id="4" name="Freeform 4">
            <a:extLst xmlns:a="http://schemas.openxmlformats.org/drawingml/2006/main">
              <a:ext uri="{FF2B5EF4-FFF2-40B4-BE49-F238E27FC236}">
                <a16:creationId xmlns:a16="http://schemas.microsoft.com/office/drawing/2014/main" id="{318CF4EF-922C-4CEF-8FCB-B9E3EF98D908}"/>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aa02c646f75e427d">
              <a:extLst>
                <a:ext uri="{96DAC541-7B7A-43D3-8B79-37D633B846F1}">
                  <asvg:svgBlip xmlns:asvg="http://schemas.microsoft.com/office/drawing/2016/SVG/main" r:embed="R3f21e72389a54ca2"/>
                </a:ext>
              </a:extLst>
            </a:blip>
            <a:stretch>
              <a:fillRect l="0" t="0" r="0" b="0"/>
            </a:stretch>
          </a:blipFill>
        </p:spPr>
      </p:sp>
      <p:sp>
        <p:nvSpPr>
          <p:cNvPr id="5" name="">
            <a:extLst xmlns:a="http://schemas.openxmlformats.org/drawingml/2006/main">
              <a:ext uri="{FF2B5EF4-FFF2-40B4-BE49-F238E27FC236}">
                <a16:creationId xmlns:a16="http://schemas.microsoft.com/office/drawing/2014/main" id="{53E30412-C6A2-4C47-92B3-D0A4DA020002}"/>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SYSTEM WORKFLOW</a:t>
            </a:r>
          </a:p>
        </p:txBody>
      </p:sp>
      <p:sp>
        <p:nvSpPr>
          <p:cNvPr id="6" name="">
            <a:extLst xmlns:a="http://schemas.openxmlformats.org/drawingml/2006/main">
              <a:ext uri="{FF2B5EF4-FFF2-40B4-BE49-F238E27FC236}">
                <a16:creationId xmlns:a16="http://schemas.microsoft.com/office/drawing/2014/main" id="{1FC5F391-E7B0-491F-9D92-6309269D6B21}"/>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8EE131DC-0747-48B2-91B5-4C24DEE72F4E}"/>
              </a:ext>
            </a:extLst>
          </p:cNvPr>
          <p:cNvSpPr>
            <a:spLocks xmlns:a="http://schemas.openxmlformats.org/drawingml/2006/main" noGrp="1"/>
          </p:cNvSpPr>
          <p:nvPr/>
        </p:nvSpPr>
        <p:spPr>
          <a:xfrm xmlns:a="http://schemas.openxmlformats.org/drawingml/2006/main">
            <a:off x="4762500" y="1171575"/>
            <a:ext cx="2667000" cy="409575"/>
          </a:xfrm>
          <a:prstGeom xmlns:a="http://schemas.openxmlformats.org/drawingml/2006/main" prst="roundRect">
            <a:avLst>
              <a:gd name="adj" fmla="val 18605"/>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USER QUESTION</a:t>
            </a:r>
          </a:p>
        </p:txBody>
      </p:sp>
      <p:sp>
        <p:nvSpPr>
          <p:cNvPr id="8" name="">
            <a:extLst xmlns:a="http://schemas.openxmlformats.org/drawingml/2006/main">
              <a:ext uri="{FF2B5EF4-FFF2-40B4-BE49-F238E27FC236}">
                <a16:creationId xmlns:a16="http://schemas.microsoft.com/office/drawing/2014/main" id="{568EC245-540B-4844-AFC3-19DB11860308}"/>
              </a:ext>
            </a:extLst>
          </p:cNvPr>
          <p:cNvSpPr>
            <a:spLocks xmlns:a="http://schemas.openxmlformats.org/drawingml/2006/main" noGrp="1"/>
          </p:cNvSpPr>
          <p:nvPr/>
        </p:nvSpPr>
        <p:spPr>
          <a:xfrm xmlns:a="http://schemas.openxmlformats.org/drawingml/2006/main">
            <a:off x="4000500" y="1809750"/>
            <a:ext cx="4191000" cy="476250"/>
          </a:xfrm>
          <a:prstGeom xmlns:a="http://schemas.openxmlformats.org/drawingml/2006/main" prst="roundRect">
            <a:avLst>
              <a:gd name="adj" fmla="val 1600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Language, jurisdiction and as-of date</a:t>
            </a:r>
          </a:p>
        </p:txBody>
      </p:sp>
      <p:sp>
        <p:nvSpPr>
          <p:cNvPr id="9" name="">
            <a:extLst xmlns:a="http://schemas.openxmlformats.org/drawingml/2006/main">
              <a:ext uri="{FF2B5EF4-FFF2-40B4-BE49-F238E27FC236}">
                <a16:creationId xmlns:a16="http://schemas.microsoft.com/office/drawing/2014/main" id="{E54AEA92-DFAC-4AF2-A053-F22B27B18A4B}"/>
              </a:ext>
            </a:extLst>
          </p:cNvPr>
          <p:cNvSpPr>
            <a:spLocks xmlns:a="http://schemas.openxmlformats.org/drawingml/2006/main" noGrp="1"/>
          </p:cNvSpPr>
          <p:nvPr/>
        </p:nvSpPr>
        <p:spPr>
          <a:xfrm xmlns:a="http://schemas.openxmlformats.org/drawingml/2006/main">
            <a:off x="5181600" y="2514600"/>
            <a:ext cx="1828800" cy="85725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1F6FB98F-F7D0-4F37-A251-D1A588FB4629}"/>
              </a:ext>
            </a:extLst>
          </p:cNvPr>
          <p:cNvSpPr>
            <a:spLocks xmlns:a="http://schemas.openxmlformats.org/drawingml/2006/main" noGrp="1"/>
          </p:cNvSpPr>
          <p:nvPr/>
        </p:nvSpPr>
        <p:spPr>
          <a:xfrm xmlns:a="http://schemas.openxmlformats.org/drawingml/2006/main">
            <a:off x="5372100" y="2743200"/>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Product</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question?</a:t>
            </a:r>
          </a:p>
        </p:txBody>
      </p:sp>
      <p:sp>
        <p:nvSpPr>
          <p:cNvPr id="11" name="">
            <a:extLst xmlns:a="http://schemas.openxmlformats.org/drawingml/2006/main">
              <a:ext uri="{FF2B5EF4-FFF2-40B4-BE49-F238E27FC236}">
                <a16:creationId xmlns:a16="http://schemas.microsoft.com/office/drawing/2014/main" id="{80BB31AA-2A6B-494B-A668-AB4B998647A6}"/>
              </a:ext>
            </a:extLst>
          </p:cNvPr>
          <p:cNvSpPr>
            <a:spLocks xmlns:a="http://schemas.openxmlformats.org/drawingml/2006/main" noGrp="1"/>
          </p:cNvSpPr>
          <p:nvPr/>
        </p:nvSpPr>
        <p:spPr>
          <a:xfrm xmlns:a="http://schemas.openxmlformats.org/drawingml/2006/main">
            <a:off x="714375" y="2686050"/>
            <a:ext cx="2905125" cy="638175"/>
          </a:xfrm>
          <a:prstGeom xmlns:a="http://schemas.openxmlformats.org/drawingml/2006/main" prst="roundRect">
            <a:avLst>
              <a:gd name="adj" fmla="val 1194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General information</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No Passport required</a:t>
            </a:r>
          </a:p>
        </p:txBody>
      </p:sp>
      <p:sp>
        <p:nvSpPr>
          <p:cNvPr id="12" name="">
            <a:extLst xmlns:a="http://schemas.openxmlformats.org/drawingml/2006/main">
              <a:ext uri="{FF2B5EF4-FFF2-40B4-BE49-F238E27FC236}">
                <a16:creationId xmlns:a16="http://schemas.microsoft.com/office/drawing/2014/main" id="{D846ED04-0166-42CC-9D38-FEA98C2B7563}"/>
              </a:ext>
            </a:extLst>
          </p:cNvPr>
          <p:cNvSpPr>
            <a:spLocks xmlns:a="http://schemas.openxmlformats.org/drawingml/2006/main" noGrp="1"/>
          </p:cNvSpPr>
          <p:nvPr/>
        </p:nvSpPr>
        <p:spPr>
          <a:xfrm xmlns:a="http://schemas.openxmlformats.org/drawingml/2006/main">
            <a:off x="8591550" y="2600325"/>
            <a:ext cx="2905125" cy="685800"/>
          </a:xfrm>
          <a:prstGeom xmlns:a="http://schemas.openxmlformats.org/drawingml/2006/main" prst="roundRect">
            <a:avLst>
              <a:gd name="adj" fmla="val 11111"/>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Ask relevant facts</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Confirm key details</a:t>
            </a:r>
          </a:p>
        </p:txBody>
      </p:sp>
      <p:sp>
        <p:nvSpPr>
          <p:cNvPr id="13" name="">
            <a:extLst xmlns:a="http://schemas.openxmlformats.org/drawingml/2006/main">
              <a:ext uri="{FF2B5EF4-FFF2-40B4-BE49-F238E27FC236}">
                <a16:creationId xmlns:a16="http://schemas.microsoft.com/office/drawing/2014/main" id="{DCBA56C4-5BD2-486C-AF2D-A258C8813F0B}"/>
              </a:ext>
            </a:extLst>
          </p:cNvPr>
          <p:cNvSpPr>
            <a:spLocks xmlns:a="http://schemas.openxmlformats.org/drawingml/2006/main" noGrp="1"/>
          </p:cNvSpPr>
          <p:nvPr/>
        </p:nvSpPr>
        <p:spPr>
          <a:xfrm xmlns:a="http://schemas.openxmlformats.org/drawingml/2006/main">
            <a:off x="8286750" y="3619500"/>
            <a:ext cx="3286125" cy="638175"/>
          </a:xfrm>
          <a:prstGeom xmlns:a="http://schemas.openxmlformats.org/drawingml/2006/main" prst="roundRect">
            <a:avLst>
              <a:gd name="adj" fmla="val 1194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Regulatory route, IP and ABS</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Separate assessments</a:t>
            </a:r>
          </a:p>
        </p:txBody>
      </p:sp>
      <p:sp>
        <p:nvSpPr>
          <p:cNvPr id="14" name="">
            <a:extLst xmlns:a="http://schemas.openxmlformats.org/drawingml/2006/main">
              <a:ext uri="{FF2B5EF4-FFF2-40B4-BE49-F238E27FC236}">
                <a16:creationId xmlns:a16="http://schemas.microsoft.com/office/drawing/2014/main" id="{50560496-9C93-40C2-8A48-9CC64358F609}"/>
              </a:ext>
            </a:extLst>
          </p:cNvPr>
          <p:cNvSpPr>
            <a:spLocks xmlns:a="http://schemas.openxmlformats.org/drawingml/2006/main" noGrp="1"/>
          </p:cNvSpPr>
          <p:nvPr/>
        </p:nvSpPr>
        <p:spPr>
          <a:xfrm xmlns:a="http://schemas.openxmlformats.org/drawingml/2006/main">
            <a:off x="4000500" y="4105275"/>
            <a:ext cx="4191000" cy="647700"/>
          </a:xfrm>
          <a:prstGeom xmlns:a="http://schemas.openxmlformats.org/drawingml/2006/main" prst="roundRect">
            <a:avLst>
              <a:gd name="adj" fmla="val 11765"/>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Retrieve official provisions</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Check dates and exceptions</a:t>
            </a:r>
          </a:p>
        </p:txBody>
      </p:sp>
      <p:sp>
        <p:nvSpPr>
          <p:cNvPr id="15" name="">
            <a:extLst xmlns:a="http://schemas.openxmlformats.org/drawingml/2006/main">
              <a:ext uri="{FF2B5EF4-FFF2-40B4-BE49-F238E27FC236}">
                <a16:creationId xmlns:a16="http://schemas.microsoft.com/office/drawing/2014/main" id="{2527B047-D045-4626-9228-E355BD4778E5}"/>
              </a:ext>
            </a:extLst>
          </p:cNvPr>
          <p:cNvSpPr>
            <a:spLocks xmlns:a="http://schemas.openxmlformats.org/drawingml/2006/main" noGrp="1"/>
          </p:cNvSpPr>
          <p:nvPr/>
        </p:nvSpPr>
        <p:spPr>
          <a:xfrm xmlns:a="http://schemas.openxmlformats.org/drawingml/2006/main">
            <a:off x="4953000" y="5086350"/>
            <a:ext cx="2286000" cy="87630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B3DBF4E7-BD4E-4CF2-B57B-1E0E7AFE6FA7}"/>
              </a:ext>
            </a:extLst>
          </p:cNvPr>
          <p:cNvSpPr>
            <a:spLocks xmlns:a="http://schemas.openxmlformats.org/drawingml/2006/main" noGrp="1"/>
          </p:cNvSpPr>
          <p:nvPr/>
        </p:nvSpPr>
        <p:spPr>
          <a:xfrm xmlns:a="http://schemas.openxmlformats.org/drawingml/2006/main">
            <a:off x="5143500" y="531495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Evidence</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sufficient?</a:t>
            </a:r>
          </a:p>
        </p:txBody>
      </p:sp>
      <p:sp>
        <p:nvSpPr>
          <p:cNvPr id="17" name="">
            <a:extLst xmlns:a="http://schemas.openxmlformats.org/drawingml/2006/main">
              <a:ext uri="{FF2B5EF4-FFF2-40B4-BE49-F238E27FC236}">
                <a16:creationId xmlns:a16="http://schemas.microsoft.com/office/drawing/2014/main" id="{88C1C77D-67CF-4FFE-A144-7D677F2EF84A}"/>
              </a:ext>
            </a:extLst>
          </p:cNvPr>
          <p:cNvSpPr>
            <a:spLocks xmlns:a="http://schemas.openxmlformats.org/drawingml/2006/main" noGrp="1"/>
          </p:cNvSpPr>
          <p:nvPr/>
        </p:nvSpPr>
        <p:spPr>
          <a:xfrm xmlns:a="http://schemas.openxmlformats.org/drawingml/2006/main">
            <a:off x="619125" y="5248275"/>
            <a:ext cx="3048000" cy="723900"/>
          </a:xfrm>
          <a:prstGeom xmlns:a="http://schemas.openxmlformats.org/drawingml/2006/main" prst="roundRect">
            <a:avLst>
              <a:gd name="adj" fmla="val 10526"/>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CITED ACTION PLAN</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Sources, next steps and forms</a:t>
            </a:r>
          </a:p>
        </p:txBody>
      </p:sp>
      <p:sp>
        <p:nvSpPr>
          <p:cNvPr id="18" name="">
            <a:extLst xmlns:a="http://schemas.openxmlformats.org/drawingml/2006/main">
              <a:ext uri="{FF2B5EF4-FFF2-40B4-BE49-F238E27FC236}">
                <a16:creationId xmlns:a16="http://schemas.microsoft.com/office/drawing/2014/main" id="{431BA139-9F0C-40D3-93BD-1EBFAE9D2981}"/>
              </a:ext>
            </a:extLst>
          </p:cNvPr>
          <p:cNvSpPr>
            <a:spLocks xmlns:a="http://schemas.openxmlformats.org/drawingml/2006/main" noGrp="1"/>
          </p:cNvSpPr>
          <p:nvPr/>
        </p:nvSpPr>
        <p:spPr>
          <a:xfrm xmlns:a="http://schemas.openxmlformats.org/drawingml/2006/main">
            <a:off x="8410575" y="5153025"/>
            <a:ext cx="3257550" cy="933450"/>
          </a:xfrm>
          <a:prstGeom xmlns:a="http://schemas.openxmlformats.org/drawingml/2006/main" prst="roundRect">
            <a:avLst>
              <a:gd name="adj" fmla="val 8163"/>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350" b="1">
                <a:solidFill>
                  <a:srgbClr val="234F7B"/>
                </a:solidFill>
                <a:latin typeface="Arial Bold"/>
                <a:ea typeface="Arial Bold"/>
                <a:cs typeface="Arial Bold"/>
              </a:rPr>
              <a:t>MISSING OR CONFLICTING EVIDENCE</a:t>
            </a:r>
          </a:p>
          <a:p xmlns:a="http://schemas.openxmlformats.org/drawingml/2006/main">
            <a:pPr algn="ctr">
              <a:defRPr sz="1500" b="1">
                <a:solidFill>
                  <a:srgbClr val="234F7B"/>
                </a:solidFill>
                <a:latin typeface="Arial Bold"/>
                <a:ea typeface="Arial Bold"/>
                <a:cs typeface="Arial Bold"/>
              </a:defRPr>
            </a:pPr>
            <a:r>
              <a:rPr sz="1350" b="1">
                <a:solidFill>
                  <a:srgbClr val="234F7B"/>
                </a:solidFill>
                <a:latin typeface="Arial Bold"/>
                <a:ea typeface="Arial Bold"/>
                <a:cs typeface="Arial Bold"/>
              </a:rPr>
              <a:t>One retrieval retry, then partial</a:t>
            </a:r>
          </a:p>
          <a:p xmlns:a="http://schemas.openxmlformats.org/drawingml/2006/main">
            <a:pPr algn="ctr">
              <a:defRPr sz="1500" b="1">
                <a:solidFill>
                  <a:srgbClr val="234F7B"/>
                </a:solidFill>
                <a:latin typeface="Arial Bold"/>
                <a:ea typeface="Arial Bold"/>
                <a:cs typeface="Arial Bold"/>
              </a:defRPr>
            </a:pPr>
            <a:r>
              <a:rPr sz="1350" b="1">
                <a:solidFill>
                  <a:srgbClr val="234F7B"/>
                </a:solidFill>
                <a:latin typeface="Arial Bold"/>
                <a:ea typeface="Arial Bold"/>
                <a:cs typeface="Arial Bold"/>
              </a:rPr>
              <a:t>guidance or human review</a:t>
            </a:r>
          </a:p>
        </p:txBody>
      </p:sp>
      <p:sp>
        <p:nvSpPr>
          <p:cNvPr id="19" name="">
            <a:extLst xmlns:a="http://schemas.openxmlformats.org/drawingml/2006/main">
              <a:ext uri="{FF2B5EF4-FFF2-40B4-BE49-F238E27FC236}">
                <a16:creationId xmlns:a16="http://schemas.microsoft.com/office/drawing/2014/main" id="{B3CA0FE8-FA17-4B71-827C-F521E277F527}"/>
              </a:ext>
            </a:extLst>
          </p:cNvPr>
          <p:cNvSpPr>
            <a:spLocks xmlns:a="http://schemas.openxmlformats.org/drawingml/2006/main" noGrp="1"/>
          </p:cNvSpPr>
          <p:nvPr/>
        </p:nvSpPr>
        <p:spPr>
          <a:xfrm xmlns:a="http://schemas.openxmlformats.org/drawingml/2006/main">
            <a:off x="6096000" y="158115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0" name="">
            <a:extLst xmlns:a="http://schemas.openxmlformats.org/drawingml/2006/main">
              <a:ext uri="{FF2B5EF4-FFF2-40B4-BE49-F238E27FC236}">
                <a16:creationId xmlns:a16="http://schemas.microsoft.com/office/drawing/2014/main" id="{26CFFABA-4B39-43C1-9D1B-314CE381056B}"/>
              </a:ext>
            </a:extLst>
          </p:cNvPr>
          <p:cNvSpPr>
            <a:spLocks xmlns:a="http://schemas.openxmlformats.org/drawingml/2006/main" noGrp="1"/>
          </p:cNvSpPr>
          <p:nvPr/>
        </p:nvSpPr>
        <p:spPr>
          <a:xfrm xmlns:a="http://schemas.openxmlformats.org/drawingml/2006/main">
            <a:off x="6057900" y="17335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C1B1486-96FD-4E6E-A3EB-914B212D223F}"/>
              </a:ext>
            </a:extLst>
          </p:cNvPr>
          <p:cNvSpPr>
            <a:spLocks xmlns:a="http://schemas.openxmlformats.org/drawingml/2006/main" noGrp="1"/>
          </p:cNvSpPr>
          <p:nvPr/>
        </p:nvSpPr>
        <p:spPr>
          <a:xfrm xmlns:a="http://schemas.openxmlformats.org/drawingml/2006/main">
            <a:off x="6096000" y="228600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2" name="">
            <a:extLst xmlns:a="http://schemas.openxmlformats.org/drawingml/2006/main">
              <a:ext uri="{FF2B5EF4-FFF2-40B4-BE49-F238E27FC236}">
                <a16:creationId xmlns:a16="http://schemas.microsoft.com/office/drawing/2014/main" id="{997587E3-08B2-47FD-9D54-AE604CEC21BD}"/>
              </a:ext>
            </a:extLst>
          </p:cNvPr>
          <p:cNvSpPr>
            <a:spLocks xmlns:a="http://schemas.openxmlformats.org/drawingml/2006/main" noGrp="1"/>
          </p:cNvSpPr>
          <p:nvPr/>
        </p:nvSpPr>
        <p:spPr>
          <a:xfrm xmlns:a="http://schemas.openxmlformats.org/drawingml/2006/main">
            <a:off x="6057900" y="24384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87C7419-475E-461C-89A6-B4020D09275C}"/>
              </a:ext>
            </a:extLst>
          </p:cNvPr>
          <p:cNvSpPr>
            <a:spLocks xmlns:a="http://schemas.openxmlformats.org/drawingml/2006/main" noGrp="1"/>
          </p:cNvSpPr>
          <p:nvPr/>
        </p:nvSpPr>
        <p:spPr>
          <a:xfrm xmlns:a="http://schemas.openxmlformats.org/drawingml/2006/main">
            <a:off x="3619500" y="2943225"/>
            <a:ext cx="1562100" cy="57150"/>
          </a:xfrm>
          <a:custGeom xmlns:a="http://schemas.openxmlformats.org/drawingml/2006/main">
            <a:pathLst>
              <a:path w="1562100" h="57150">
                <a:moveTo>
                  <a:pt x="1562100" y="0"/>
                </a:moveTo>
                <a:lnTo>
                  <a:pt x="742950" y="0"/>
                </a:lnTo>
                <a:lnTo>
                  <a:pt x="742950" y="57150"/>
                </a:lnTo>
                <a:lnTo>
                  <a:pt x="0" y="57150"/>
                </a:lnTo>
              </a:path>
            </a:pathLst>
          </a:custGeom>
          <a:noFill xmlns:a="http://schemas.openxmlformats.org/drawingml/2006/main"/>
          <a:ln xmlns:a="http://schemas.openxmlformats.org/drawingml/2006/main" w="15240">
            <a:solidFill>
              <a:srgbClr val="234F7B"/>
            </a:solidFill>
          </a:ln>
        </p:spPr>
      </p:sp>
      <p:sp>
        <p:nvSpPr>
          <p:cNvPr id="24" name="">
            <a:extLst xmlns:a="http://schemas.openxmlformats.org/drawingml/2006/main">
              <a:ext uri="{FF2B5EF4-FFF2-40B4-BE49-F238E27FC236}">
                <a16:creationId xmlns:a16="http://schemas.microsoft.com/office/drawing/2014/main" id="{93A47425-E0BF-4ADE-A7D4-299B4FC66683}"/>
              </a:ext>
            </a:extLst>
          </p:cNvPr>
          <p:cNvSpPr>
            <a:spLocks xmlns:a="http://schemas.openxmlformats.org/drawingml/2006/main" noGrp="1"/>
          </p:cNvSpPr>
          <p:nvPr/>
        </p:nvSpPr>
        <p:spPr>
          <a:xfrm xmlns:a="http://schemas.openxmlformats.org/drawingml/2006/main">
            <a:off x="3619500" y="296227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D36DAF4-EB34-42EF-80C4-737FE19076E3}"/>
              </a:ext>
            </a:extLst>
          </p:cNvPr>
          <p:cNvSpPr>
            <a:spLocks xmlns:a="http://schemas.openxmlformats.org/drawingml/2006/main" noGrp="1"/>
          </p:cNvSpPr>
          <p:nvPr/>
        </p:nvSpPr>
        <p:spPr>
          <a:xfrm xmlns:a="http://schemas.openxmlformats.org/drawingml/2006/main">
            <a:off x="7010400" y="2943225"/>
            <a:ext cx="1581150" cy="9525"/>
          </a:xfrm>
          <a:custGeom xmlns:a="http://schemas.openxmlformats.org/drawingml/2006/main">
            <a:pathLst>
              <a:path w="1581150" h="9525">
                <a:moveTo>
                  <a:pt x="0" y="0"/>
                </a:moveTo>
                <a:lnTo>
                  <a:pt x="800100" y="0"/>
                </a:lnTo>
                <a:lnTo>
                  <a:pt x="800100" y="0"/>
                </a:lnTo>
                <a:lnTo>
                  <a:pt x="1581150" y="0"/>
                </a:lnTo>
              </a:path>
            </a:pathLst>
          </a:custGeom>
          <a:noFill xmlns:a="http://schemas.openxmlformats.org/drawingml/2006/main"/>
          <a:ln xmlns:a="http://schemas.openxmlformats.org/drawingml/2006/main" w="15240">
            <a:solidFill>
              <a:srgbClr val="234F7B"/>
            </a:solidFill>
          </a:ln>
        </p:spPr>
      </p:sp>
      <p:sp>
        <p:nvSpPr>
          <p:cNvPr id="26" name="">
            <a:extLst xmlns:a="http://schemas.openxmlformats.org/drawingml/2006/main">
              <a:ext uri="{FF2B5EF4-FFF2-40B4-BE49-F238E27FC236}">
                <a16:creationId xmlns:a16="http://schemas.microsoft.com/office/drawing/2014/main" id="{A2C60256-0AFB-483D-AAE9-294EDABB2336}"/>
              </a:ext>
            </a:extLst>
          </p:cNvPr>
          <p:cNvSpPr>
            <a:spLocks xmlns:a="http://schemas.openxmlformats.org/drawingml/2006/main" noGrp="1"/>
          </p:cNvSpPr>
          <p:nvPr/>
        </p:nvSpPr>
        <p:spPr>
          <a:xfrm xmlns:a="http://schemas.openxmlformats.org/drawingml/2006/main">
            <a:off x="8515350" y="29051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4F2FAB3-6713-4503-8217-C7CE041D988D}"/>
              </a:ext>
            </a:extLst>
          </p:cNvPr>
          <p:cNvSpPr>
            <a:spLocks xmlns:a="http://schemas.openxmlformats.org/drawingml/2006/main" noGrp="1"/>
          </p:cNvSpPr>
          <p:nvPr/>
        </p:nvSpPr>
        <p:spPr>
          <a:xfrm xmlns:a="http://schemas.openxmlformats.org/drawingml/2006/main">
            <a:off x="9925050" y="3286125"/>
            <a:ext cx="114300" cy="333375"/>
          </a:xfrm>
          <a:custGeom xmlns:a="http://schemas.openxmlformats.org/drawingml/2006/main">
            <a:pathLst>
              <a:path w="114300" h="333375">
                <a:moveTo>
                  <a:pt x="114300" y="0"/>
                </a:moveTo>
                <a:lnTo>
                  <a:pt x="114300" y="190500"/>
                </a:lnTo>
                <a:lnTo>
                  <a:pt x="0" y="190500"/>
                </a:lnTo>
                <a:lnTo>
                  <a:pt x="0" y="333375"/>
                </a:lnTo>
              </a:path>
            </a:pathLst>
          </a:custGeom>
          <a:noFill xmlns:a="http://schemas.openxmlformats.org/drawingml/2006/main"/>
          <a:ln xmlns:a="http://schemas.openxmlformats.org/drawingml/2006/main" w="15240">
            <a:solidFill>
              <a:srgbClr val="234F7B"/>
            </a:solidFill>
          </a:ln>
        </p:spPr>
      </p:sp>
      <p:sp>
        <p:nvSpPr>
          <p:cNvPr id="28" name="">
            <a:extLst xmlns:a="http://schemas.openxmlformats.org/drawingml/2006/main">
              <a:ext uri="{FF2B5EF4-FFF2-40B4-BE49-F238E27FC236}">
                <a16:creationId xmlns:a16="http://schemas.microsoft.com/office/drawing/2014/main" id="{7B07E8D0-A079-424A-8594-44D1C9A466B2}"/>
              </a:ext>
            </a:extLst>
          </p:cNvPr>
          <p:cNvSpPr>
            <a:spLocks xmlns:a="http://schemas.openxmlformats.org/drawingml/2006/main" noGrp="1"/>
          </p:cNvSpPr>
          <p:nvPr/>
        </p:nvSpPr>
        <p:spPr>
          <a:xfrm xmlns:a="http://schemas.openxmlformats.org/drawingml/2006/main">
            <a:off x="9886950" y="35433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7C6883F-35F5-4652-A55D-E7DBA54DEEB7}"/>
              </a:ext>
            </a:extLst>
          </p:cNvPr>
          <p:cNvSpPr>
            <a:spLocks xmlns:a="http://schemas.openxmlformats.org/drawingml/2006/main" noGrp="1"/>
          </p:cNvSpPr>
          <p:nvPr/>
        </p:nvSpPr>
        <p:spPr>
          <a:xfrm xmlns:a="http://schemas.openxmlformats.org/drawingml/2006/main">
            <a:off x="8191500" y="3933825"/>
            <a:ext cx="95250" cy="495300"/>
          </a:xfrm>
          <a:custGeom xmlns:a="http://schemas.openxmlformats.org/drawingml/2006/main">
            <a:pathLst>
              <a:path w="95250" h="495300">
                <a:moveTo>
                  <a:pt x="95250" y="0"/>
                </a:moveTo>
                <a:lnTo>
                  <a:pt x="47625" y="0"/>
                </a:lnTo>
                <a:lnTo>
                  <a:pt x="47625" y="495300"/>
                </a:lnTo>
                <a:lnTo>
                  <a:pt x="0" y="495300"/>
                </a:lnTo>
              </a:path>
            </a:pathLst>
          </a:custGeom>
          <a:noFill xmlns:a="http://schemas.openxmlformats.org/drawingml/2006/main"/>
          <a:ln xmlns:a="http://schemas.openxmlformats.org/drawingml/2006/main" w="15240">
            <a:solidFill>
              <a:srgbClr val="234F7B"/>
            </a:solidFill>
          </a:ln>
        </p:spPr>
      </p:sp>
      <p:sp>
        <p:nvSpPr>
          <p:cNvPr id="30" name="">
            <a:extLst xmlns:a="http://schemas.openxmlformats.org/drawingml/2006/main">
              <a:ext uri="{FF2B5EF4-FFF2-40B4-BE49-F238E27FC236}">
                <a16:creationId xmlns:a16="http://schemas.microsoft.com/office/drawing/2014/main" id="{7310ECC0-62AB-410C-9D82-1F247A7E1595}"/>
              </a:ext>
            </a:extLst>
          </p:cNvPr>
          <p:cNvSpPr>
            <a:spLocks xmlns:a="http://schemas.openxmlformats.org/drawingml/2006/main" noGrp="1"/>
          </p:cNvSpPr>
          <p:nvPr/>
        </p:nvSpPr>
        <p:spPr>
          <a:xfrm xmlns:a="http://schemas.openxmlformats.org/drawingml/2006/main">
            <a:off x="8191500" y="43910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F9AAEA8-6A57-4AE4-852F-A4DBB3158A03}"/>
              </a:ext>
            </a:extLst>
          </p:cNvPr>
          <p:cNvSpPr>
            <a:spLocks xmlns:a="http://schemas.openxmlformats.org/drawingml/2006/main" noGrp="1"/>
          </p:cNvSpPr>
          <p:nvPr/>
        </p:nvSpPr>
        <p:spPr>
          <a:xfrm xmlns:a="http://schemas.openxmlformats.org/drawingml/2006/main">
            <a:off x="2162175" y="3324225"/>
            <a:ext cx="1838325" cy="1104900"/>
          </a:xfrm>
          <a:custGeom xmlns:a="http://schemas.openxmlformats.org/drawingml/2006/main">
            <a:pathLst>
              <a:path w="1838325" h="1104900">
                <a:moveTo>
                  <a:pt x="0" y="0"/>
                </a:moveTo>
                <a:lnTo>
                  <a:pt x="0" y="1104900"/>
                </a:lnTo>
                <a:lnTo>
                  <a:pt x="1838325" y="1104900"/>
                </a:lnTo>
              </a:path>
            </a:pathLst>
          </a:custGeom>
          <a:noFill xmlns:a="http://schemas.openxmlformats.org/drawingml/2006/main"/>
          <a:ln xmlns:a="http://schemas.openxmlformats.org/drawingml/2006/main" w="15240">
            <a:solidFill>
              <a:srgbClr val="234F7B"/>
            </a:solidFill>
          </a:ln>
        </p:spPr>
      </p:sp>
      <p:sp>
        <p:nvSpPr>
          <p:cNvPr id="32" name="">
            <a:extLst xmlns:a="http://schemas.openxmlformats.org/drawingml/2006/main">
              <a:ext uri="{FF2B5EF4-FFF2-40B4-BE49-F238E27FC236}">
                <a16:creationId xmlns:a16="http://schemas.microsoft.com/office/drawing/2014/main" id="{8B623542-008D-40A7-834F-02DA7EE74B8A}"/>
              </a:ext>
            </a:extLst>
          </p:cNvPr>
          <p:cNvSpPr>
            <a:spLocks xmlns:a="http://schemas.openxmlformats.org/drawingml/2006/main" noGrp="1"/>
          </p:cNvSpPr>
          <p:nvPr/>
        </p:nvSpPr>
        <p:spPr>
          <a:xfrm xmlns:a="http://schemas.openxmlformats.org/drawingml/2006/main">
            <a:off x="3924300" y="43910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1CCD675-D843-4303-AC00-3825DEABAA1A}"/>
              </a:ext>
            </a:extLst>
          </p:cNvPr>
          <p:cNvSpPr>
            <a:spLocks xmlns:a="http://schemas.openxmlformats.org/drawingml/2006/main" noGrp="1"/>
          </p:cNvSpPr>
          <p:nvPr/>
        </p:nvSpPr>
        <p:spPr>
          <a:xfrm xmlns:a="http://schemas.openxmlformats.org/drawingml/2006/main">
            <a:off x="6096000" y="4752975"/>
            <a:ext cx="9525" cy="333375"/>
          </a:xfrm>
          <a:custGeom xmlns:a="http://schemas.openxmlformats.org/drawingml/2006/main">
            <a:pathLst>
              <a:path w="9525" h="333375">
                <a:moveTo>
                  <a:pt x="0" y="0"/>
                </a:moveTo>
                <a:lnTo>
                  <a:pt x="0" y="333375"/>
                </a:lnTo>
              </a:path>
            </a:pathLst>
          </a:custGeom>
          <a:noFill xmlns:a="http://schemas.openxmlformats.org/drawingml/2006/main"/>
          <a:ln xmlns:a="http://schemas.openxmlformats.org/drawingml/2006/main" w="15240">
            <a:solidFill>
              <a:srgbClr val="234F7B"/>
            </a:solidFill>
          </a:ln>
        </p:spPr>
      </p:sp>
      <p:sp>
        <p:nvSpPr>
          <p:cNvPr id="34" name="">
            <a:extLst xmlns:a="http://schemas.openxmlformats.org/drawingml/2006/main">
              <a:ext uri="{FF2B5EF4-FFF2-40B4-BE49-F238E27FC236}">
                <a16:creationId xmlns:a16="http://schemas.microsoft.com/office/drawing/2014/main" id="{35FBADA8-950F-4D27-9941-F425093B5426}"/>
              </a:ext>
            </a:extLst>
          </p:cNvPr>
          <p:cNvSpPr>
            <a:spLocks xmlns:a="http://schemas.openxmlformats.org/drawingml/2006/main" noGrp="1"/>
          </p:cNvSpPr>
          <p:nvPr/>
        </p:nvSpPr>
        <p:spPr>
          <a:xfrm xmlns:a="http://schemas.openxmlformats.org/drawingml/2006/main">
            <a:off x="6057900" y="50101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EBDB3A1-2803-489A-A0B2-972246EC5E63}"/>
              </a:ext>
            </a:extLst>
          </p:cNvPr>
          <p:cNvSpPr>
            <a:spLocks xmlns:a="http://schemas.openxmlformats.org/drawingml/2006/main" noGrp="1"/>
          </p:cNvSpPr>
          <p:nvPr/>
        </p:nvSpPr>
        <p:spPr>
          <a:xfrm xmlns:a="http://schemas.openxmlformats.org/drawingml/2006/main">
            <a:off x="3667125" y="5524500"/>
            <a:ext cx="1285875" cy="85725"/>
          </a:xfrm>
          <a:custGeom xmlns:a="http://schemas.openxmlformats.org/drawingml/2006/main">
            <a:pathLst>
              <a:path w="1285875" h="85725">
                <a:moveTo>
                  <a:pt x="1285875" y="0"/>
                </a:moveTo>
                <a:lnTo>
                  <a:pt x="666750" y="0"/>
                </a:lnTo>
                <a:lnTo>
                  <a:pt x="666750" y="85725"/>
                </a:lnTo>
                <a:lnTo>
                  <a:pt x="0" y="85725"/>
                </a:lnTo>
              </a:path>
            </a:pathLst>
          </a:custGeom>
          <a:noFill xmlns:a="http://schemas.openxmlformats.org/drawingml/2006/main"/>
          <a:ln xmlns:a="http://schemas.openxmlformats.org/drawingml/2006/main" w="15240">
            <a:solidFill>
              <a:srgbClr val="234F7B"/>
            </a:solidFill>
          </a:ln>
        </p:spPr>
      </p:sp>
      <p:sp>
        <p:nvSpPr>
          <p:cNvPr id="36" name="">
            <a:extLst xmlns:a="http://schemas.openxmlformats.org/drawingml/2006/main">
              <a:ext uri="{FF2B5EF4-FFF2-40B4-BE49-F238E27FC236}">
                <a16:creationId xmlns:a16="http://schemas.microsoft.com/office/drawing/2014/main" id="{513BF367-D315-494C-8348-05B741B04D4C}"/>
              </a:ext>
            </a:extLst>
          </p:cNvPr>
          <p:cNvSpPr>
            <a:spLocks xmlns:a="http://schemas.openxmlformats.org/drawingml/2006/main" noGrp="1"/>
          </p:cNvSpPr>
          <p:nvPr/>
        </p:nvSpPr>
        <p:spPr>
          <a:xfrm xmlns:a="http://schemas.openxmlformats.org/drawingml/2006/main">
            <a:off x="3667125" y="55721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33A3C0C-63A7-4A47-A583-441A93C083CE}"/>
              </a:ext>
            </a:extLst>
          </p:cNvPr>
          <p:cNvSpPr>
            <a:spLocks xmlns:a="http://schemas.openxmlformats.org/drawingml/2006/main" noGrp="1"/>
          </p:cNvSpPr>
          <p:nvPr/>
        </p:nvSpPr>
        <p:spPr>
          <a:xfrm xmlns:a="http://schemas.openxmlformats.org/drawingml/2006/main">
            <a:off x="7239000" y="5524500"/>
            <a:ext cx="1171575" cy="95250"/>
          </a:xfrm>
          <a:custGeom xmlns:a="http://schemas.openxmlformats.org/drawingml/2006/main">
            <a:pathLst>
              <a:path w="1171575" h="95250">
                <a:moveTo>
                  <a:pt x="0" y="0"/>
                </a:moveTo>
                <a:lnTo>
                  <a:pt x="571500" y="0"/>
                </a:lnTo>
                <a:lnTo>
                  <a:pt x="571500" y="95250"/>
                </a:lnTo>
                <a:lnTo>
                  <a:pt x="1171575" y="95250"/>
                </a:lnTo>
              </a:path>
            </a:pathLst>
          </a:custGeom>
          <a:noFill xmlns:a="http://schemas.openxmlformats.org/drawingml/2006/main"/>
          <a:ln xmlns:a="http://schemas.openxmlformats.org/drawingml/2006/main" w="15240">
            <a:solidFill>
              <a:srgbClr val="234F7B"/>
            </a:solidFill>
          </a:ln>
        </p:spPr>
      </p:sp>
      <p:sp>
        <p:nvSpPr>
          <p:cNvPr id="38" name="">
            <a:extLst xmlns:a="http://schemas.openxmlformats.org/drawingml/2006/main">
              <a:ext uri="{FF2B5EF4-FFF2-40B4-BE49-F238E27FC236}">
                <a16:creationId xmlns:a16="http://schemas.microsoft.com/office/drawing/2014/main" id="{962ECBCA-E894-4DCE-8C75-9845295508B3}"/>
              </a:ext>
            </a:extLst>
          </p:cNvPr>
          <p:cNvSpPr>
            <a:spLocks xmlns:a="http://schemas.openxmlformats.org/drawingml/2006/main" noGrp="1"/>
          </p:cNvSpPr>
          <p:nvPr/>
        </p:nvSpPr>
        <p:spPr>
          <a:xfrm xmlns:a="http://schemas.openxmlformats.org/drawingml/2006/main">
            <a:off x="8334375" y="558165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9BEDD77-A8E1-42C4-BC8A-17759991EC8A}"/>
              </a:ext>
            </a:extLst>
          </p:cNvPr>
          <p:cNvSpPr>
            <a:spLocks xmlns:a="http://schemas.openxmlformats.org/drawingml/2006/main" noGrp="1"/>
          </p:cNvSpPr>
          <p:nvPr/>
        </p:nvSpPr>
        <p:spPr>
          <a:xfrm xmlns:a="http://schemas.openxmlformats.org/drawingml/2006/main">
            <a:off x="41719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0" name="">
            <a:extLst xmlns:a="http://schemas.openxmlformats.org/drawingml/2006/main">
              <a:ext uri="{FF2B5EF4-FFF2-40B4-BE49-F238E27FC236}">
                <a16:creationId xmlns:a16="http://schemas.microsoft.com/office/drawing/2014/main" id="{8FD3711F-0E0A-485C-A4B3-B8F54C134A62}"/>
              </a:ext>
            </a:extLst>
          </p:cNvPr>
          <p:cNvSpPr>
            <a:spLocks xmlns:a="http://schemas.openxmlformats.org/drawingml/2006/main" noGrp="1"/>
          </p:cNvSpPr>
          <p:nvPr/>
        </p:nvSpPr>
        <p:spPr>
          <a:xfrm xmlns:a="http://schemas.openxmlformats.org/drawingml/2006/main">
            <a:off x="75247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1" name="">
            <a:extLst xmlns:a="http://schemas.openxmlformats.org/drawingml/2006/main">
              <a:ext uri="{FF2B5EF4-FFF2-40B4-BE49-F238E27FC236}">
                <a16:creationId xmlns:a16="http://schemas.microsoft.com/office/drawing/2014/main" id="{491E7261-114B-4C41-B16B-526DB41FC979}"/>
              </a:ext>
            </a:extLst>
          </p:cNvPr>
          <p:cNvSpPr>
            <a:spLocks xmlns:a="http://schemas.openxmlformats.org/drawingml/2006/main" noGrp="1"/>
          </p:cNvSpPr>
          <p:nvPr/>
        </p:nvSpPr>
        <p:spPr>
          <a:xfrm xmlns:a="http://schemas.openxmlformats.org/drawingml/2006/main">
            <a:off x="40386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2" name="">
            <a:extLst xmlns:a="http://schemas.openxmlformats.org/drawingml/2006/main">
              <a:ext uri="{FF2B5EF4-FFF2-40B4-BE49-F238E27FC236}">
                <a16:creationId xmlns:a16="http://schemas.microsoft.com/office/drawing/2014/main" id="{DCA93B9D-8EC3-4189-B002-BB7F6713B02D}"/>
              </a:ext>
            </a:extLst>
          </p:cNvPr>
          <p:cNvSpPr>
            <a:spLocks xmlns:a="http://schemas.openxmlformats.org/drawingml/2006/main" noGrp="1"/>
          </p:cNvSpPr>
          <p:nvPr/>
        </p:nvSpPr>
        <p:spPr>
          <a:xfrm xmlns:a="http://schemas.openxmlformats.org/drawingml/2006/main">
            <a:off x="76200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3" name="">
            <a:extLst xmlns:a="http://schemas.openxmlformats.org/drawingml/2006/main">
              <a:ext uri="{FF2B5EF4-FFF2-40B4-BE49-F238E27FC236}">
                <a16:creationId xmlns:a16="http://schemas.microsoft.com/office/drawing/2014/main" id="{BC2409EA-3264-4A14-9A96-12418E41E9CD}"/>
              </a:ext>
            </a:extLst>
          </p:cNvPr>
          <p:cNvSpPr>
            <a:spLocks xmlns:a="http://schemas.openxmlformats.org/drawingml/2006/main" noGrp="1"/>
          </p:cNvSpPr>
          <p:nvPr/>
        </p:nvSpPr>
        <p:spPr>
          <a:xfrm xmlns:a="http://schemas.openxmlformats.org/drawingml/2006/main">
            <a:off x="876300" y="63531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6636D"/>
                </a:solidFill>
                <a:latin typeface="Arial"/>
                <a:ea typeface="Arial"/>
                <a:cs typeface="Arial"/>
              </a:defRPr>
            </a:pPr>
            <a:r>
              <a:rPr sz="1425" b="0">
                <a:solidFill>
                  <a:srgbClr val="56636D"/>
                </a:solidFill>
                <a:latin typeface="Arial"/>
                <a:ea typeface="Arial"/>
                <a:cs typeface="Arial"/>
              </a:rPr>
              <a:t>Unknown facts stay unresolved. A product category never guarantees a patent or ABS clearance.</a:t>
            </a:r>
          </a:p>
        </p:txBody>
      </p:sp>
    </p:spTree>
    <p:extLst>
      <p:ext uri="{BB962C8B-B14F-4D97-AF65-F5344CB8AC3E}">
        <p14:creationId xmlns:p14="http://schemas.microsoft.com/office/powerpoint/2010/main" val="20841223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8B8E1F0-F6C0-49E5-A88E-236DA612454C}"/>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971d608632b240f6"/>
            <a:stretch>
              <a:fillRect l="0" t="0" r="0" b="0"/>
            </a:stretch>
          </a:blipFill>
        </p:spPr>
      </p:sp>
      <p:sp>
        <p:nvSpPr>
          <p:cNvPr id="4" name="Freeform 4">
            <a:extLst xmlns:a="http://schemas.openxmlformats.org/drawingml/2006/main">
              <a:ext uri="{FF2B5EF4-FFF2-40B4-BE49-F238E27FC236}">
                <a16:creationId xmlns:a16="http://schemas.microsoft.com/office/drawing/2014/main" id="{AAC68EF0-C4F8-4EF2-B52E-4E3E64D48E73}"/>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5279747500534749">
              <a:extLst>
                <a:ext uri="{96DAC541-7B7A-43D3-8B79-37D633B846F1}">
                  <asvg:svgBlip xmlns:asvg="http://schemas.microsoft.com/office/drawing/2016/SVG/main" r:embed="R2e0cb1d60e5f4816"/>
                </a:ext>
              </a:extLst>
            </a:blip>
            <a:stretch>
              <a:fillRect l="0" t="0" r="0" b="0"/>
            </a:stretch>
          </a:blipFill>
        </p:spPr>
      </p:sp>
      <p:sp>
        <p:nvSpPr>
          <p:cNvPr id="5" name="">
            <a:extLst xmlns:a="http://schemas.openxmlformats.org/drawingml/2006/main">
              <a:ext uri="{FF2B5EF4-FFF2-40B4-BE49-F238E27FC236}">
                <a16:creationId xmlns:a16="http://schemas.microsoft.com/office/drawing/2014/main" id="{B44210FE-8816-4654-9376-C256AA109336}"/>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TECHNICAL APPROACH</a:t>
            </a:r>
          </a:p>
        </p:txBody>
      </p:sp>
      <p:sp>
        <p:nvSpPr>
          <p:cNvPr id="6" name="">
            <a:extLst xmlns:a="http://schemas.openxmlformats.org/drawingml/2006/main">
              <a:ext uri="{FF2B5EF4-FFF2-40B4-BE49-F238E27FC236}">
                <a16:creationId xmlns:a16="http://schemas.microsoft.com/office/drawing/2014/main" id="{96119FDB-A292-44B2-8EDC-AD0B7F98B488}"/>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DC2D1F31-4DF7-4D24-BAD1-416B8D0D6648}"/>
              </a:ext>
            </a:extLst>
          </p:cNvPr>
          <p:cNvSpPr>
            <a:spLocks xmlns:a="http://schemas.openxmlformats.org/drawingml/2006/main" noGrp="1"/>
          </p:cNvSpPr>
          <p:nvPr/>
        </p:nvSpPr>
        <p:spPr>
          <a:xfrm xmlns:a="http://schemas.openxmlformats.org/drawingml/2006/main">
            <a:off x="571500" y="1409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34F7B"/>
                </a:solidFill>
                <a:latin typeface="Arial Bold"/>
                <a:ea typeface="Arial Bold"/>
                <a:cs typeface="Arial Bold"/>
              </a:defRPr>
            </a:pPr>
            <a:r>
              <a:rPr sz="2100" b="1">
                <a:solidFill>
                  <a:srgbClr val="234F7B"/>
                </a:solidFill>
                <a:latin typeface="Arial Bold"/>
                <a:ea typeface="Arial Bold"/>
                <a:cs typeface="Arial Bold"/>
              </a:rPr>
              <a:t>Four engineering modules, one application</a:t>
            </a:r>
          </a:p>
        </p:txBody>
      </p:sp>
      <p:sp>
        <p:nvSpPr>
          <p:cNvPr id="8" name="">
            <a:extLst xmlns:a="http://schemas.openxmlformats.org/drawingml/2006/main">
              <a:ext uri="{FF2B5EF4-FFF2-40B4-BE49-F238E27FC236}">
                <a16:creationId xmlns:a16="http://schemas.microsoft.com/office/drawing/2014/main" id="{AAEC2298-ED4F-4640-8858-DF01FE0CA8F3}"/>
              </a:ext>
            </a:extLst>
          </p:cNvPr>
          <p:cNvSpPr>
            <a:spLocks xmlns:a="http://schemas.openxmlformats.org/drawingml/2006/main" noGrp="1"/>
          </p:cNvSpPr>
          <p:nvPr/>
        </p:nvSpPr>
        <p:spPr>
          <a:xfrm xmlns:a="http://schemas.openxmlformats.org/drawingml/2006/main">
            <a:off x="571500" y="20764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56636D"/>
                </a:solidFill>
                <a:latin typeface="Arial Bold"/>
                <a:ea typeface="Arial Bold"/>
                <a:cs typeface="Arial Bold"/>
              </a:rPr>
              <a:t>MODULE</a:t>
            </a:r>
          </a:p>
        </p:txBody>
      </p:sp>
      <p:sp>
        <p:nvSpPr>
          <p:cNvPr id="9" name="">
            <a:extLst xmlns:a="http://schemas.openxmlformats.org/drawingml/2006/main">
              <a:ext uri="{FF2B5EF4-FFF2-40B4-BE49-F238E27FC236}">
                <a16:creationId xmlns:a16="http://schemas.microsoft.com/office/drawing/2014/main" id="{8BA0DD69-0BE1-4318-94AF-5BB0A9B878CC}"/>
              </a:ext>
            </a:extLst>
          </p:cNvPr>
          <p:cNvSpPr>
            <a:spLocks xmlns:a="http://schemas.openxmlformats.org/drawingml/2006/main" noGrp="1"/>
          </p:cNvSpPr>
          <p:nvPr/>
        </p:nvSpPr>
        <p:spPr>
          <a:xfrm xmlns:a="http://schemas.openxmlformats.org/drawingml/2006/main">
            <a:off x="2762250" y="2076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56636D"/>
                </a:solidFill>
                <a:latin typeface="Arial Bold"/>
                <a:ea typeface="Arial Bold"/>
                <a:cs typeface="Arial Bold"/>
              </a:rPr>
              <a:t>TECHNOLOGY</a:t>
            </a:r>
          </a:p>
        </p:txBody>
      </p:sp>
      <p:sp>
        <p:nvSpPr>
          <p:cNvPr id="10" name="">
            <a:extLst xmlns:a="http://schemas.openxmlformats.org/drawingml/2006/main">
              <a:ext uri="{FF2B5EF4-FFF2-40B4-BE49-F238E27FC236}">
                <a16:creationId xmlns:a16="http://schemas.microsoft.com/office/drawing/2014/main" id="{B7E828FB-6A67-4BE8-9D83-50F964844B92}"/>
              </a:ext>
            </a:extLst>
          </p:cNvPr>
          <p:cNvSpPr>
            <a:spLocks xmlns:a="http://schemas.openxmlformats.org/drawingml/2006/main" noGrp="1"/>
          </p:cNvSpPr>
          <p:nvPr/>
        </p:nvSpPr>
        <p:spPr>
          <a:xfrm xmlns:a="http://schemas.openxmlformats.org/drawingml/2006/main">
            <a:off x="7067550" y="2076450"/>
            <a:ext cx="4552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56636D"/>
                </a:solidFill>
                <a:latin typeface="Arial Bold"/>
                <a:ea typeface="Arial Bold"/>
                <a:cs typeface="Arial Bold"/>
              </a:rPr>
              <a:t>PURPOSE</a:t>
            </a:r>
          </a:p>
        </p:txBody>
      </p:sp>
      <p:sp>
        <p:nvSpPr>
          <p:cNvPr id="11" name="">
            <a:extLst xmlns:a="http://schemas.openxmlformats.org/drawingml/2006/main">
              <a:ext uri="{FF2B5EF4-FFF2-40B4-BE49-F238E27FC236}">
                <a16:creationId xmlns:a16="http://schemas.microsoft.com/office/drawing/2014/main" id="{B9573C49-53FC-46E8-9CE8-AF76ADF5AAA7}"/>
              </a:ext>
            </a:extLst>
          </p:cNvPr>
          <p:cNvSpPr>
            <a:spLocks xmlns:a="http://schemas.openxmlformats.org/drawingml/2006/main" noGrp="1"/>
          </p:cNvSpPr>
          <p:nvPr/>
        </p:nvSpPr>
        <p:spPr>
          <a:xfrm xmlns:a="http://schemas.openxmlformats.org/drawingml/2006/main">
            <a:off x="571500" y="24765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A  FRONTEND</a:t>
            </a:r>
          </a:p>
        </p:txBody>
      </p:sp>
      <p:sp>
        <p:nvSpPr>
          <p:cNvPr id="12" name="">
            <a:extLst xmlns:a="http://schemas.openxmlformats.org/drawingml/2006/main">
              <a:ext uri="{FF2B5EF4-FFF2-40B4-BE49-F238E27FC236}">
                <a16:creationId xmlns:a16="http://schemas.microsoft.com/office/drawing/2014/main" id="{9C0D6106-4C35-483F-BED9-761153714DD0}"/>
              </a:ext>
            </a:extLst>
          </p:cNvPr>
          <p:cNvSpPr>
            <a:spLocks xmlns:a="http://schemas.openxmlformats.org/drawingml/2006/main" noGrp="1"/>
          </p:cNvSpPr>
          <p:nvPr/>
        </p:nvSpPr>
        <p:spPr>
          <a:xfrm xmlns:a="http://schemas.openxmlformats.org/drawingml/2006/main">
            <a:off x="2762250" y="24765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Next.js, TypeScript, Tailwind</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BHASHINI adapter</a:t>
            </a:r>
          </a:p>
        </p:txBody>
      </p:sp>
      <p:sp>
        <p:nvSpPr>
          <p:cNvPr id="13" name="">
            <a:extLst xmlns:a="http://schemas.openxmlformats.org/drawingml/2006/main">
              <a:ext uri="{FF2B5EF4-FFF2-40B4-BE49-F238E27FC236}">
                <a16:creationId xmlns:a16="http://schemas.microsoft.com/office/drawing/2014/main" id="{F3871641-947C-4405-A66A-6BDA5C2A21C1}"/>
              </a:ext>
            </a:extLst>
          </p:cNvPr>
          <p:cNvSpPr>
            <a:spLocks xmlns:a="http://schemas.openxmlformats.org/drawingml/2006/main" noGrp="1"/>
          </p:cNvSpPr>
          <p:nvPr/>
        </p:nvSpPr>
        <p:spPr>
          <a:xfrm xmlns:a="http://schemas.openxmlformats.org/drawingml/2006/main">
            <a:off x="7067550" y="24765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Guided questions and evidence views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Hindi text first, voice after validation</a:t>
            </a:r>
          </a:p>
        </p:txBody>
      </p:sp>
      <p:sp>
        <p:nvSpPr>
          <p:cNvPr id="14" name="">
            <a:extLst xmlns:a="http://schemas.openxmlformats.org/drawingml/2006/main">
              <a:ext uri="{FF2B5EF4-FFF2-40B4-BE49-F238E27FC236}">
                <a16:creationId xmlns:a16="http://schemas.microsoft.com/office/drawing/2014/main" id="{0C78180D-CB9F-47A6-BFCA-6B8491D610DC}"/>
              </a:ext>
            </a:extLst>
          </p:cNvPr>
          <p:cNvSpPr>
            <a:spLocks xmlns:a="http://schemas.openxmlformats.org/drawingml/2006/main" noGrp="1"/>
          </p:cNvSpPr>
          <p:nvPr/>
        </p:nvSpPr>
        <p:spPr>
          <a:xfrm xmlns:a="http://schemas.openxmlformats.org/drawingml/2006/main">
            <a:off x="571500" y="31908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B  BACKEND</a:t>
            </a:r>
          </a:p>
        </p:txBody>
      </p:sp>
      <p:sp>
        <p:nvSpPr>
          <p:cNvPr id="15" name="">
            <a:extLst xmlns:a="http://schemas.openxmlformats.org/drawingml/2006/main">
              <a:ext uri="{FF2B5EF4-FFF2-40B4-BE49-F238E27FC236}">
                <a16:creationId xmlns:a16="http://schemas.microsoft.com/office/drawing/2014/main" id="{5F8C4858-46DD-45B8-97C8-C088DAB96A07}"/>
              </a:ext>
            </a:extLst>
          </p:cNvPr>
          <p:cNvSpPr>
            <a:spLocks xmlns:a="http://schemas.openxmlformats.org/drawingml/2006/main" noGrp="1"/>
          </p:cNvSpPr>
          <p:nvPr/>
        </p:nvSpPr>
        <p:spPr>
          <a:xfrm xmlns:a="http://schemas.openxmlformats.org/drawingml/2006/main">
            <a:off x="2762250" y="31908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FastAPI, Pydantic</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Versioned decision tables</a:t>
            </a:r>
          </a:p>
        </p:txBody>
      </p:sp>
      <p:sp>
        <p:nvSpPr>
          <p:cNvPr id="16" name="">
            <a:extLst xmlns:a="http://schemas.openxmlformats.org/drawingml/2006/main">
              <a:ext uri="{FF2B5EF4-FFF2-40B4-BE49-F238E27FC236}">
                <a16:creationId xmlns:a16="http://schemas.microsoft.com/office/drawing/2014/main" id="{6B003145-5840-4CA3-9075-9339C5A55F0E}"/>
              </a:ext>
            </a:extLst>
          </p:cNvPr>
          <p:cNvSpPr>
            <a:spLocks xmlns:a="http://schemas.openxmlformats.org/drawingml/2006/main" noGrp="1"/>
          </p:cNvSpPr>
          <p:nvPr/>
        </p:nvSpPr>
        <p:spPr>
          <a:xfrm xmlns:a="http://schemas.openxmlformats.org/drawingml/2006/main">
            <a:off x="7067550" y="319087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Typed APIs and confirmed facts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Independent regulatory, IP and ABS rules</a:t>
            </a:r>
          </a:p>
        </p:txBody>
      </p:sp>
      <p:sp>
        <p:nvSpPr>
          <p:cNvPr id="17" name="">
            <a:extLst xmlns:a="http://schemas.openxmlformats.org/drawingml/2006/main">
              <a:ext uri="{FF2B5EF4-FFF2-40B4-BE49-F238E27FC236}">
                <a16:creationId xmlns:a16="http://schemas.microsoft.com/office/drawing/2014/main" id="{AE7A97D3-08B5-4D10-AC61-83D13D79BFAA}"/>
              </a:ext>
            </a:extLst>
          </p:cNvPr>
          <p:cNvSpPr>
            <a:spLocks xmlns:a="http://schemas.openxmlformats.org/drawingml/2006/main" noGrp="1"/>
          </p:cNvSpPr>
          <p:nvPr/>
        </p:nvSpPr>
        <p:spPr>
          <a:xfrm xmlns:a="http://schemas.openxmlformats.org/drawingml/2006/main">
            <a:off x="571500" y="39052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RETRIEVAL</a:t>
            </a:r>
          </a:p>
        </p:txBody>
      </p:sp>
      <p:sp>
        <p:nvSpPr>
          <p:cNvPr id="18" name="">
            <a:extLst xmlns:a="http://schemas.openxmlformats.org/drawingml/2006/main">
              <a:ext uri="{FF2B5EF4-FFF2-40B4-BE49-F238E27FC236}">
                <a16:creationId xmlns:a16="http://schemas.microsoft.com/office/drawing/2014/main" id="{BDE76531-1516-4B65-BE95-F64E5635D1C2}"/>
              </a:ext>
            </a:extLst>
          </p:cNvPr>
          <p:cNvSpPr>
            <a:spLocks xmlns:a="http://schemas.openxmlformats.org/drawingml/2006/main" noGrp="1"/>
          </p:cNvSpPr>
          <p:nvPr/>
        </p:nvSpPr>
        <p:spPr>
          <a:xfrm xmlns:a="http://schemas.openxmlformats.org/drawingml/2006/main">
            <a:off x="2762250" y="39052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PostgreSQL FTS + pgvector</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BGE-M3 embeddings</a:t>
            </a:r>
          </a:p>
        </p:txBody>
      </p:sp>
      <p:sp>
        <p:nvSpPr>
          <p:cNvPr id="19" name="">
            <a:extLst xmlns:a="http://schemas.openxmlformats.org/drawingml/2006/main">
              <a:ext uri="{FF2B5EF4-FFF2-40B4-BE49-F238E27FC236}">
                <a16:creationId xmlns:a16="http://schemas.microsoft.com/office/drawing/2014/main" id="{53003964-2A31-4FF0-BFD2-40FEC8D27190}"/>
              </a:ext>
            </a:extLst>
          </p:cNvPr>
          <p:cNvSpPr>
            <a:spLocks xmlns:a="http://schemas.openxmlformats.org/drawingml/2006/main" noGrp="1"/>
          </p:cNvSpPr>
          <p:nvPr/>
        </p:nvSpPr>
        <p:spPr>
          <a:xfrm xmlns:a="http://schemas.openxmlformats.org/drawingml/2006/main">
            <a:off x="7067550" y="390525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Exact terms and semantic search</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Provision versions and reviewed aliases</a:t>
            </a:r>
          </a:p>
        </p:txBody>
      </p:sp>
      <p:sp>
        <p:nvSpPr>
          <p:cNvPr id="20" name="">
            <a:extLst xmlns:a="http://schemas.openxmlformats.org/drawingml/2006/main">
              <a:ext uri="{FF2B5EF4-FFF2-40B4-BE49-F238E27FC236}">
                <a16:creationId xmlns:a16="http://schemas.microsoft.com/office/drawing/2014/main" id="{9E640DA7-D06D-455A-9D7E-1C139789B85E}"/>
              </a:ext>
            </a:extLst>
          </p:cNvPr>
          <p:cNvSpPr>
            <a:spLocks xmlns:a="http://schemas.openxmlformats.org/drawingml/2006/main" noGrp="1"/>
          </p:cNvSpPr>
          <p:nvPr/>
        </p:nvSpPr>
        <p:spPr>
          <a:xfrm xmlns:a="http://schemas.openxmlformats.org/drawingml/2006/main">
            <a:off x="571500" y="46196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ANSWERS</a:t>
            </a:r>
          </a:p>
        </p:txBody>
      </p:sp>
      <p:sp>
        <p:nvSpPr>
          <p:cNvPr id="21" name="">
            <a:extLst xmlns:a="http://schemas.openxmlformats.org/drawingml/2006/main">
              <a:ext uri="{FF2B5EF4-FFF2-40B4-BE49-F238E27FC236}">
                <a16:creationId xmlns:a16="http://schemas.microsoft.com/office/drawing/2014/main" id="{170E4590-FC00-494B-A014-6D3DE3383766}"/>
              </a:ext>
            </a:extLst>
          </p:cNvPr>
          <p:cNvSpPr>
            <a:spLocks xmlns:a="http://schemas.openxmlformats.org/drawingml/2006/main" noGrp="1"/>
          </p:cNvSpPr>
          <p:nvPr/>
        </p:nvSpPr>
        <p:spPr>
          <a:xfrm xmlns:a="http://schemas.openxmlformats.org/drawingml/2006/main">
            <a:off x="2762250" y="4619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Qwen3-8B candidate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Typed verification workflow</a:t>
            </a:r>
          </a:p>
        </p:txBody>
      </p:sp>
      <p:sp>
        <p:nvSpPr>
          <p:cNvPr id="22" name="">
            <a:extLst xmlns:a="http://schemas.openxmlformats.org/drawingml/2006/main">
              <a:ext uri="{FF2B5EF4-FFF2-40B4-BE49-F238E27FC236}">
                <a16:creationId xmlns:a16="http://schemas.microsoft.com/office/drawing/2014/main" id="{825D3B62-1FC7-44E2-9F1F-1417A090006A}"/>
              </a:ext>
            </a:extLst>
          </p:cNvPr>
          <p:cNvSpPr>
            <a:spLocks xmlns:a="http://schemas.openxmlformats.org/drawingml/2006/main" noGrp="1"/>
          </p:cNvSpPr>
          <p:nvPr/>
        </p:nvSpPr>
        <p:spPr>
          <a:xfrm xmlns:a="http://schemas.openxmlformats.org/drawingml/2006/main">
            <a:off x="7067550" y="461962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Structured answers with evidence IDs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Reranker and model selection by testing</a:t>
            </a:r>
          </a:p>
        </p:txBody>
      </p:sp>
      <p:sp>
        <p:nvSpPr>
          <p:cNvPr id="23" name="">
            <a:extLst xmlns:a="http://schemas.openxmlformats.org/drawingml/2006/main">
              <a:ext uri="{FF2B5EF4-FFF2-40B4-BE49-F238E27FC236}">
                <a16:creationId xmlns:a16="http://schemas.microsoft.com/office/drawing/2014/main" id="{2913C496-5E5D-4AFF-B240-522F89A10337}"/>
              </a:ext>
            </a:extLst>
          </p:cNvPr>
          <p:cNvSpPr>
            <a:spLocks xmlns:a="http://schemas.openxmlformats.org/drawingml/2006/main" noGrp="1"/>
          </p:cNvSpPr>
          <p:nvPr/>
        </p:nvSpPr>
        <p:spPr>
          <a:xfrm xmlns:a="http://schemas.openxmlformats.org/drawingml/2006/main">
            <a:off x="571500" y="53340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D  PLATFORM</a:t>
            </a:r>
          </a:p>
        </p:txBody>
      </p:sp>
      <p:sp>
        <p:nvSpPr>
          <p:cNvPr id="24" name="">
            <a:extLst xmlns:a="http://schemas.openxmlformats.org/drawingml/2006/main">
              <a:ext uri="{FF2B5EF4-FFF2-40B4-BE49-F238E27FC236}">
                <a16:creationId xmlns:a16="http://schemas.microsoft.com/office/drawing/2014/main" id="{B0855662-96F9-4F57-B260-FE94ED8CC2AF}"/>
              </a:ext>
            </a:extLst>
          </p:cNvPr>
          <p:cNvSpPr>
            <a:spLocks xmlns:a="http://schemas.openxmlformats.org/drawingml/2006/main" noGrp="1"/>
          </p:cNvSpPr>
          <p:nvPr/>
        </p:nvSpPr>
        <p:spPr>
          <a:xfrm xmlns:a="http://schemas.openxmlformats.org/drawingml/2006/main">
            <a:off x="2762250" y="5334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Docker Compose, object storage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Role-based access, audit logs</a:t>
            </a:r>
          </a:p>
        </p:txBody>
      </p:sp>
      <p:sp>
        <p:nvSpPr>
          <p:cNvPr id="25" name="">
            <a:extLst xmlns:a="http://schemas.openxmlformats.org/drawingml/2006/main">
              <a:ext uri="{FF2B5EF4-FFF2-40B4-BE49-F238E27FC236}">
                <a16:creationId xmlns:a16="http://schemas.microsoft.com/office/drawing/2014/main" id="{794CD22F-7A9D-4974-8CC8-5AFB3C221593}"/>
              </a:ext>
            </a:extLst>
          </p:cNvPr>
          <p:cNvSpPr>
            <a:spLocks xmlns:a="http://schemas.openxmlformats.org/drawingml/2006/main" noGrp="1"/>
          </p:cNvSpPr>
          <p:nvPr/>
        </p:nvSpPr>
        <p:spPr>
          <a:xfrm xmlns:a="http://schemas.openxmlformats.org/drawingml/2006/main">
            <a:off x="7067550" y="53340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One backend and one worker initially</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Private cases stay outside the legal corpus</a:t>
            </a:r>
          </a:p>
        </p:txBody>
      </p:sp>
      <p:sp>
        <p:nvSpPr>
          <p:cNvPr id="26" name="">
            <a:extLst xmlns:a="http://schemas.openxmlformats.org/drawingml/2006/main">
              <a:ext uri="{FF2B5EF4-FFF2-40B4-BE49-F238E27FC236}">
                <a16:creationId xmlns:a16="http://schemas.microsoft.com/office/drawing/2014/main" id="{3030F794-4208-4768-8D8A-36C5B9BBBEE4}"/>
              </a:ext>
            </a:extLst>
          </p:cNvPr>
          <p:cNvSpPr>
            <a:spLocks xmlns:a="http://schemas.openxmlformats.org/drawingml/2006/main" noGrp="1"/>
          </p:cNvSpPr>
          <p:nvPr/>
        </p:nvSpPr>
        <p:spPr>
          <a:xfrm xmlns:a="http://schemas.openxmlformats.org/drawingml/2006/main">
            <a:off x="571500" y="62865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Graph database and extra agents follow only if evaluation shows a benefit.</a:t>
            </a:r>
          </a:p>
        </p:txBody>
      </p:sp>
    </p:spTree>
    <p:extLst>
      <p:ext uri="{BB962C8B-B14F-4D97-AF65-F5344CB8AC3E}">
        <p14:creationId xmlns:p14="http://schemas.microsoft.com/office/powerpoint/2010/main" val="3604422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Freeform 11">
            <a:extLst xmlns:a="http://schemas.openxmlformats.org/drawingml/2006/main">
              <a:ext uri="{FF2B5EF4-FFF2-40B4-BE49-F238E27FC236}">
                <a16:creationId xmlns:a16="http://schemas.microsoft.com/office/drawing/2014/main" id="{6894F7BF-0F2B-4749-B550-2721C4A96495}"/>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bbaf1d54dcd54de9"/>
            <a:stretch>
              <a:fillRect l="0" t="0" r="0" b="0"/>
            </a:stretch>
          </a:blipFill>
        </p:spPr>
      </p:sp>
      <p:sp>
        <p:nvSpPr>
          <p:cNvPr id="12" name="Freeform 12">
            <a:extLst xmlns:a="http://schemas.openxmlformats.org/drawingml/2006/main">
              <a:ext uri="{FF2B5EF4-FFF2-40B4-BE49-F238E27FC236}">
                <a16:creationId xmlns:a16="http://schemas.microsoft.com/office/drawing/2014/main" id="{EFDFDB91-A9DB-47D0-9DB7-473D67794DF3}"/>
              </a:ext>
            </a:extLst>
          </p:cNvPr>
          <p:cNvSpPr>
            <a:spLocks xmlns:a="http://schemas.openxmlformats.org/drawingml/2006/main" noGrp="1"/>
          </p:cNvSpPr>
          <p:nvPr/>
        </p:nvSpPr>
        <p:spPr>
          <a:xfrm xmlns:a="http://schemas.openxmlformats.org/drawingml/2006/main">
            <a:off x="259394" y="173669"/>
            <a:ext cx="1555175" cy="964625"/>
          </a:xfrm>
          <a:custGeom xmlns:a="http://schemas.openxmlformats.org/drawingml/2006/main">
            <a:rect l="l" t="t" r="r" b="b"/>
            <a:pathLst>
              <a:path w="1555175" h="964625">
                <a:moveTo>
                  <a:pt x="0" y="0"/>
                </a:moveTo>
                <a:lnTo>
                  <a:pt x="1555176" y="0"/>
                </a:lnTo>
                <a:lnTo>
                  <a:pt x="1555176" y="964626"/>
                </a:lnTo>
                <a:lnTo>
                  <a:pt x="0" y="964626"/>
                </a:lnTo>
                <a:lnTo>
                  <a:pt x="0" y="0"/>
                </a:lnTo>
                <a:close/>
              </a:path>
            </a:pathLst>
          </a:custGeom>
          <a:blipFill xmlns:a="http://schemas.openxmlformats.org/drawingml/2006/main">
            <a:blip xmlns:r="http://schemas.openxmlformats.org/officeDocument/2006/relationships" r:embed="R3d09253cfd974f3d">
              <a:extLst>
                <a:ext uri="{96DAC541-7B7A-43D3-8B79-37D633B846F1}">
                  <asvg:svgBlip xmlns:asvg="http://schemas.microsoft.com/office/drawing/2016/SVG/main" r:embed="Rec8c409222294058"/>
                </a:ext>
              </a:extLst>
            </a:blip>
            <a:stretch>
              <a:fillRect l="0" t="0" r="0" b="0"/>
            </a:stretch>
          </a:blipFill>
        </p:spPr>
      </p:sp>
      <p:sp>
        <p:nvSpPr>
          <p:cNvPr id="13" name="">
            <a:extLst xmlns:a="http://schemas.openxmlformats.org/drawingml/2006/main">
              <a:ext uri="{FF2B5EF4-FFF2-40B4-BE49-F238E27FC236}">
                <a16:creationId xmlns:a16="http://schemas.microsoft.com/office/drawing/2014/main" id="{A5CD1943-64BA-448D-91C8-2B5969054DA8}"/>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850" b="1">
                <a:solidFill>
                  <a:srgbClr val="202C37"/>
                </a:solidFill>
                <a:latin typeface="Arial Bold"/>
                <a:ea typeface="Arial Bold"/>
                <a:cs typeface="Arial Bold"/>
              </a:defRPr>
            </a:pPr>
            <a:r>
              <a:rPr sz="2850" b="1">
                <a:solidFill>
                  <a:srgbClr val="202C37"/>
                </a:solidFill>
                <a:latin typeface="Arial Bold"/>
                <a:ea typeface="Arial Bold"/>
                <a:cs typeface="Arial Bold"/>
              </a:rPr>
              <a:t>KEY FEATURES AND INNOVATION</a:t>
            </a:r>
          </a:p>
        </p:txBody>
      </p:sp>
      <p:sp>
        <p:nvSpPr>
          <p:cNvPr id="14" name="">
            <a:extLst xmlns:a="http://schemas.openxmlformats.org/drawingml/2006/main">
              <a:ext uri="{FF2B5EF4-FFF2-40B4-BE49-F238E27FC236}">
                <a16:creationId xmlns:a16="http://schemas.microsoft.com/office/drawing/2014/main" id="{E5CA3A7E-F894-4F9F-9229-C036CD96C76E}"/>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5" name="">
            <a:extLst xmlns:a="http://schemas.openxmlformats.org/drawingml/2006/main">
              <a:ext uri="{FF2B5EF4-FFF2-40B4-BE49-F238E27FC236}">
                <a16:creationId xmlns:a16="http://schemas.microsoft.com/office/drawing/2014/main" id="{D0F147F3-4DAE-4CDA-B73D-4156EFFC7219}"/>
              </a:ext>
            </a:extLst>
          </p:cNvPr>
          <p:cNvSpPr>
            <a:spLocks xmlns:a="http://schemas.openxmlformats.org/drawingml/2006/main" noGrp="1"/>
          </p:cNvSpPr>
          <p:nvPr/>
        </p:nvSpPr>
        <p:spPr>
          <a:xfrm xmlns:a="http://schemas.openxmlformats.org/drawingml/2006/main">
            <a:off x="619125" y="163830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Relevant questions</a:t>
            </a:r>
          </a:p>
        </p:txBody>
      </p:sp>
      <p:sp>
        <p:nvSpPr>
          <p:cNvPr id="16" name="">
            <a:extLst xmlns:a="http://schemas.openxmlformats.org/drawingml/2006/main">
              <a:ext uri="{FF2B5EF4-FFF2-40B4-BE49-F238E27FC236}">
                <a16:creationId xmlns:a16="http://schemas.microsoft.com/office/drawing/2014/main" id="{996F2EBD-C34E-4BFF-B34A-7B132AB3990E}"/>
              </a:ext>
            </a:extLst>
          </p:cNvPr>
          <p:cNvSpPr>
            <a:spLocks xmlns:a="http://schemas.openxmlformats.org/drawingml/2006/main" noGrp="1"/>
          </p:cNvSpPr>
          <p:nvPr/>
        </p:nvSpPr>
        <p:spPr>
          <a:xfrm xmlns:a="http://schemas.openxmlformats.org/drawingml/2006/main">
            <a:off x="4429125" y="1638300"/>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General queries bypass the Passport. Product guidance asks only</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for facts that change the assessment.</a:t>
            </a:r>
          </a:p>
        </p:txBody>
      </p:sp>
      <p:sp>
        <p:nvSpPr>
          <p:cNvPr id="17" name="">
            <a:extLst xmlns:a="http://schemas.openxmlformats.org/drawingml/2006/main">
              <a:ext uri="{FF2B5EF4-FFF2-40B4-BE49-F238E27FC236}">
                <a16:creationId xmlns:a16="http://schemas.microsoft.com/office/drawing/2014/main" id="{1E8553CF-07BD-4D1E-97F4-D1CC1B4D8B1A}"/>
              </a:ext>
            </a:extLst>
          </p:cNvPr>
          <p:cNvSpPr>
            <a:spLocks xmlns:a="http://schemas.openxmlformats.org/drawingml/2006/main" noGrp="1"/>
          </p:cNvSpPr>
          <p:nvPr/>
        </p:nvSpPr>
        <p:spPr>
          <a:xfrm xmlns:a="http://schemas.openxmlformats.org/drawingml/2006/main">
            <a:off x="619125" y="26574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Separate legal assessments</a:t>
            </a:r>
          </a:p>
        </p:txBody>
      </p:sp>
      <p:sp>
        <p:nvSpPr>
          <p:cNvPr id="18" name="">
            <a:extLst xmlns:a="http://schemas.openxmlformats.org/drawingml/2006/main">
              <a:ext uri="{FF2B5EF4-FFF2-40B4-BE49-F238E27FC236}">
                <a16:creationId xmlns:a16="http://schemas.microsoft.com/office/drawing/2014/main" id="{61C1EC72-59D2-47C5-A3F4-E6C344C78BE8}"/>
              </a:ext>
            </a:extLst>
          </p:cNvPr>
          <p:cNvSpPr>
            <a:spLocks xmlns:a="http://schemas.openxmlformats.org/drawingml/2006/main" noGrp="1"/>
          </p:cNvSpPr>
          <p:nvPr/>
        </p:nvSpPr>
        <p:spPr>
          <a:xfrm xmlns:a="http://schemas.openxmlformats.org/drawingml/2006/main">
            <a:off x="4429125" y="2657475"/>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Regulatory category, IP opportunities and ABS duties each have</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their own conditions. Unknown facts remain visible.</a:t>
            </a:r>
          </a:p>
        </p:txBody>
      </p:sp>
      <p:sp>
        <p:nvSpPr>
          <p:cNvPr id="19" name="">
            <a:extLst xmlns:a="http://schemas.openxmlformats.org/drawingml/2006/main">
              <a:ext uri="{FF2B5EF4-FFF2-40B4-BE49-F238E27FC236}">
                <a16:creationId xmlns:a16="http://schemas.microsoft.com/office/drawing/2014/main" id="{9E58FDE9-ADDF-46D8-9BF2-287CE97AA85D}"/>
              </a:ext>
            </a:extLst>
          </p:cNvPr>
          <p:cNvSpPr>
            <a:spLocks xmlns:a="http://schemas.openxmlformats.org/drawingml/2006/main" noGrp="1"/>
          </p:cNvSpPr>
          <p:nvPr/>
        </p:nvSpPr>
        <p:spPr>
          <a:xfrm xmlns:a="http://schemas.openxmlformats.org/drawingml/2006/main">
            <a:off x="619125" y="36766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Evidence users can inspect</a:t>
            </a:r>
          </a:p>
        </p:txBody>
      </p:sp>
      <p:sp>
        <p:nvSpPr>
          <p:cNvPr id="20" name="">
            <a:extLst xmlns:a="http://schemas.openxmlformats.org/drawingml/2006/main">
              <a:ext uri="{FF2B5EF4-FFF2-40B4-BE49-F238E27FC236}">
                <a16:creationId xmlns:a16="http://schemas.microsoft.com/office/drawing/2014/main" id="{B3AEA567-11A5-4BD3-AD6B-C46BC8C3E143}"/>
              </a:ext>
            </a:extLst>
          </p:cNvPr>
          <p:cNvSpPr>
            <a:spLocks xmlns:a="http://schemas.openxmlformats.org/drawingml/2006/main" noGrp="1"/>
          </p:cNvSpPr>
          <p:nvPr/>
        </p:nvSpPr>
        <p:spPr>
          <a:xfrm xmlns:a="http://schemas.openxmlformats.org/drawingml/2006/main">
            <a:off x="4429125" y="3676650"/>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Each material claim links to the exact provision and source version.</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 system checks jurisdiction, effective dates and exceptions.</a:t>
            </a:r>
          </a:p>
        </p:txBody>
      </p:sp>
      <p:sp>
        <p:nvSpPr>
          <p:cNvPr id="21" name="">
            <a:extLst xmlns:a="http://schemas.openxmlformats.org/drawingml/2006/main">
              <a:ext uri="{FF2B5EF4-FFF2-40B4-BE49-F238E27FC236}">
                <a16:creationId xmlns:a16="http://schemas.microsoft.com/office/drawing/2014/main" id="{DCE71501-9438-4B1E-8A42-66F32A42A2E9}"/>
              </a:ext>
            </a:extLst>
          </p:cNvPr>
          <p:cNvSpPr>
            <a:spLocks xmlns:a="http://schemas.openxmlformats.org/drawingml/2006/main" noGrp="1"/>
          </p:cNvSpPr>
          <p:nvPr/>
        </p:nvSpPr>
        <p:spPr>
          <a:xfrm xmlns:a="http://schemas.openxmlformats.org/drawingml/2006/main">
            <a:off x="619125" y="469582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A clear path when uncertain</a:t>
            </a:r>
          </a:p>
        </p:txBody>
      </p:sp>
      <p:sp>
        <p:nvSpPr>
          <p:cNvPr id="22" name="">
            <a:extLst xmlns:a="http://schemas.openxmlformats.org/drawingml/2006/main">
              <a:ext uri="{FF2B5EF4-FFF2-40B4-BE49-F238E27FC236}">
                <a16:creationId xmlns:a16="http://schemas.microsoft.com/office/drawing/2014/main" id="{4AF52096-8757-40DC-A6BB-E19A3719BA76}"/>
              </a:ext>
            </a:extLst>
          </p:cNvPr>
          <p:cNvSpPr>
            <a:spLocks xmlns:a="http://schemas.openxmlformats.org/drawingml/2006/main" noGrp="1"/>
          </p:cNvSpPr>
          <p:nvPr/>
        </p:nvSpPr>
        <p:spPr>
          <a:xfrm xmlns:a="http://schemas.openxmlformats.org/drawingml/2006/main">
            <a:off x="4429125" y="4695825"/>
            <a:ext cx="714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Unsupported sections trigger clarification or human review.</a:t>
            </a:r>
          </a:p>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 case file preserves facts, sources and unresolved questions.</a:t>
            </a:r>
          </a:p>
        </p:txBody>
      </p:sp>
      <p:sp>
        <p:nvSpPr>
          <p:cNvPr id="23" name="">
            <a:extLst xmlns:a="http://schemas.openxmlformats.org/drawingml/2006/main">
              <a:ext uri="{FF2B5EF4-FFF2-40B4-BE49-F238E27FC236}">
                <a16:creationId xmlns:a16="http://schemas.microsoft.com/office/drawing/2014/main" id="{42B922F5-3987-48F0-B27E-83099858C271}"/>
              </a:ext>
            </a:extLst>
          </p:cNvPr>
          <p:cNvSpPr>
            <a:spLocks xmlns:a="http://schemas.openxmlformats.org/drawingml/2006/main" noGrp="1"/>
          </p:cNvSpPr>
          <p:nvPr/>
        </p:nvSpPr>
        <p:spPr>
          <a:xfrm xmlns:a="http://schemas.openxmlformats.org/drawingml/2006/main">
            <a:off x="619125" y="61341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6636D"/>
                </a:solidFill>
                <a:latin typeface="Arial"/>
                <a:ea typeface="Arial"/>
                <a:cs typeface="Arial"/>
              </a:defRPr>
            </a:pPr>
            <a:r>
              <a:rPr sz="1650" b="0">
                <a:solidFill>
                  <a:srgbClr val="56636D"/>
                </a:solidFill>
                <a:latin typeface="Arial"/>
                <a:ea typeface="Arial"/>
                <a:cs typeface="Arial"/>
              </a:rPr>
              <a:t>Information, not legal advice. Expert review remains essential for legal decisions.</a:t>
            </a:r>
          </a:p>
        </p:txBody>
      </p:sp>
    </p:spTree>
    <p:extLst>
      <p:ext uri="{BB962C8B-B14F-4D97-AF65-F5344CB8AC3E}">
        <p14:creationId xmlns:p14="http://schemas.microsoft.com/office/powerpoint/2010/main" val="8393389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B1E7CA6D-FEC4-487A-AD2B-F5DF0E1EEDAE}"/>
              </a:ext>
            </a:extLst>
          </p:cNvPr>
          <p:cNvSpPr>
            <a:spLocks xmlns:a="http://schemas.openxmlformats.org/drawingml/2006/main" noGrp="1"/>
          </p:cNvSpPr>
          <p:nvPr/>
        </p:nvSpPr>
        <p:spPr>
          <a:xfrm xmlns:a="http://schemas.openxmlformats.org/drawingml/2006/main">
            <a:off x="231772" y="155572"/>
            <a:ext cx="1593847" cy="1003297"/>
          </a:xfrm>
          <a:custGeom xmlns:a="http://schemas.openxmlformats.org/drawingml/2006/main">
            <a:rect l="l" t="t" r="r" b="b"/>
            <a:pathLst>
              <a:path w="1593847" h="1003297">
                <a:moveTo>
                  <a:pt x="0" y="0"/>
                </a:moveTo>
                <a:lnTo>
                  <a:pt x="1593847" y="0"/>
                </a:lnTo>
                <a:lnTo>
                  <a:pt x="1593847" y="1003297"/>
                </a:lnTo>
                <a:lnTo>
                  <a:pt x="0" y="1003297"/>
                </a:lnTo>
                <a:lnTo>
                  <a:pt x="0" y="0"/>
                </a:lnTo>
                <a:close/>
              </a:path>
            </a:pathLst>
          </a:custGeom>
          <a:blipFill xmlns:a="http://schemas.openxmlformats.org/drawingml/2006/main">
            <a:blip xmlns:r="http://schemas.openxmlformats.org/officeDocument/2006/relationships" r:embed="Rb27af424ee434885">
              <a:extLst>
                <a:ext uri="{96DAC541-7B7A-43D3-8B79-37D633B846F1}">
                  <asvg:svgBlip xmlns:asvg="http://schemas.microsoft.com/office/drawing/2016/SVG/main" r:embed="R85234dbd83564f9c"/>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F9FC3D34-C8E3-40BC-87D8-68084E5F2F79}"/>
              </a:ext>
            </a:extLst>
          </p:cNvPr>
          <p:cNvSpPr>
            <a:spLocks xmlns:a="http://schemas.openxmlformats.org/drawingml/2006/main" noGrp="1"/>
          </p:cNvSpPr>
          <p:nvPr/>
        </p:nvSpPr>
        <p:spPr>
          <a:xfrm xmlns:a="http://schemas.openxmlformats.org/drawingml/2006/main" rot="0" flipH="0" flipV="0">
            <a:off x="1905000" y="-19050"/>
            <a:ext cx="10125075" cy="1047750"/>
          </a:xfrm>
          <a:custGeom xmlns:a="http://schemas.openxmlformats.org/drawingml/2006/main">
            <a:rect l="l" t="t" r="r" b="b"/>
            <a:pathLst>
              <a:path w="13500100" h="1397000">
                <a:moveTo>
                  <a:pt x="0" y="0"/>
                </a:moveTo>
                <a:lnTo>
                  <a:pt x="13500100" y="0"/>
                </a:lnTo>
                <a:lnTo>
                  <a:pt x="13500100" y="1397000"/>
                </a:lnTo>
                <a:lnTo>
                  <a:pt x="0" y="1397000"/>
                </a:lnTo>
                <a:lnTo>
                  <a:pt x="0" y="0"/>
                </a:lnTo>
                <a:close/>
              </a:path>
            </a:pathLst>
          </a:custGeom>
          <a:blipFill xmlns:a="http://schemas.openxmlformats.org/drawingml/2006/main">
            <a:blip xmlns:r="http://schemas.openxmlformats.org/officeDocument/2006/relationships" r:embed="Reb636b03293a4904"/>
            <a:stretch>
              <a:fillRect l="0" t="0" r="0" b="0"/>
            </a:stretch>
          </a:blipFill>
        </p:spPr>
      </p:sp>
      <p:sp>
        <p:nvSpPr>
          <p:cNvPr id="10" name="">
            <a:extLst xmlns:a="http://schemas.openxmlformats.org/drawingml/2006/main">
              <a:ext uri="{FF2B5EF4-FFF2-40B4-BE49-F238E27FC236}">
                <a16:creationId xmlns:a16="http://schemas.microsoft.com/office/drawing/2014/main" id="{A5FA274B-550F-418B-A0D0-BB8C5BFD1D54}"/>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000" b="1">
                <a:solidFill>
                  <a:srgbClr val="202C37"/>
                </a:solidFill>
                <a:latin typeface="Arial Bold"/>
                <a:ea typeface="Arial Bold"/>
                <a:cs typeface="Arial Bold"/>
              </a:defRPr>
            </a:pPr>
            <a:r>
              <a:rPr sz="3000" b="1">
                <a:solidFill>
                  <a:srgbClr val="202C37"/>
                </a:solidFill>
                <a:latin typeface="Arial Bold"/>
                <a:ea typeface="Arial Bold"/>
                <a:cs typeface="Arial Bold"/>
              </a:rPr>
              <a:t>FEASIBILITY AND VIABILITY</a:t>
            </a:r>
          </a:p>
        </p:txBody>
      </p:sp>
      <p:sp>
        <p:nvSpPr>
          <p:cNvPr id="11" name="">
            <a:extLst xmlns:a="http://schemas.openxmlformats.org/drawingml/2006/main">
              <a:ext uri="{FF2B5EF4-FFF2-40B4-BE49-F238E27FC236}">
                <a16:creationId xmlns:a16="http://schemas.microsoft.com/office/drawing/2014/main" id="{2093A468-362A-4299-A7D2-6698652A7D18}"/>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2" name="">
            <a:extLst xmlns:a="http://schemas.openxmlformats.org/drawingml/2006/main">
              <a:ext uri="{FF2B5EF4-FFF2-40B4-BE49-F238E27FC236}">
                <a16:creationId xmlns:a16="http://schemas.microsoft.com/office/drawing/2014/main" id="{C7255A0A-6857-418F-916C-1987F16B102C}"/>
              </a:ext>
            </a:extLst>
          </p:cNvPr>
          <p:cNvSpPr>
            <a:spLocks xmlns:a="http://schemas.openxmlformats.org/drawingml/2006/main" noGrp="1"/>
          </p:cNvSpPr>
          <p:nvPr/>
        </p:nvSpPr>
        <p:spPr>
          <a:xfrm xmlns:a="http://schemas.openxmlformats.org/drawingml/2006/main">
            <a:off x="571500" y="14001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BUILD AND VALIDATE</a:t>
            </a:r>
          </a:p>
        </p:txBody>
      </p:sp>
      <p:sp>
        <p:nvSpPr>
          <p:cNvPr id="13" name="">
            <a:extLst xmlns:a="http://schemas.openxmlformats.org/drawingml/2006/main">
              <a:ext uri="{FF2B5EF4-FFF2-40B4-BE49-F238E27FC236}">
                <a16:creationId xmlns:a16="http://schemas.microsoft.com/office/drawing/2014/main" id="{C4614359-DE21-4544-A12B-015C8F9862AA}"/>
              </a:ext>
            </a:extLst>
          </p:cNvPr>
          <p:cNvSpPr>
            <a:spLocks xmlns:a="http://schemas.openxmlformats.org/drawingml/2006/main" noGrp="1"/>
          </p:cNvSpPr>
          <p:nvPr/>
        </p:nvSpPr>
        <p:spPr>
          <a:xfrm xmlns:a="http://schemas.openxmlformats.org/drawingml/2006/main">
            <a:off x="571500" y="1981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01  Reviewed foundation</a:t>
            </a:r>
          </a:p>
        </p:txBody>
      </p:sp>
      <p:sp>
        <p:nvSpPr>
          <p:cNvPr id="14" name="">
            <a:extLst xmlns:a="http://schemas.openxmlformats.org/drawingml/2006/main">
              <a:ext uri="{FF2B5EF4-FFF2-40B4-BE49-F238E27FC236}">
                <a16:creationId xmlns:a16="http://schemas.microsoft.com/office/drawing/2014/main" id="{B896201B-8C99-48CA-B5F3-6EB3AF882A96}"/>
              </a:ext>
            </a:extLst>
          </p:cNvPr>
          <p:cNvSpPr>
            <a:spLocks xmlns:a="http://schemas.openxmlformats.org/drawingml/2006/main" noGrp="1"/>
          </p:cNvSpPr>
          <p:nvPr/>
        </p:nvSpPr>
        <p:spPr>
          <a:xfrm xmlns:a="http://schemas.openxmlformats.org/drawingml/2006/main">
            <a:off x="571500" y="241935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Official provisions, decision rules and 30 expert-reviewed cases</a:t>
            </a:r>
          </a:p>
        </p:txBody>
      </p:sp>
      <p:sp>
        <p:nvSpPr>
          <p:cNvPr id="15" name="">
            <a:extLst xmlns:a="http://schemas.openxmlformats.org/drawingml/2006/main">
              <a:ext uri="{FF2B5EF4-FFF2-40B4-BE49-F238E27FC236}">
                <a16:creationId xmlns:a16="http://schemas.microsoft.com/office/drawing/2014/main" id="{874F6BF7-B0F5-487B-A553-419C2C186253}"/>
              </a:ext>
            </a:extLst>
          </p:cNvPr>
          <p:cNvSpPr>
            <a:spLocks xmlns:a="http://schemas.openxmlformats.org/drawingml/2006/main" noGrp="1"/>
          </p:cNvSpPr>
          <p:nvPr/>
        </p:nvSpPr>
        <p:spPr>
          <a:xfrm xmlns:a="http://schemas.openxmlformats.org/drawingml/2006/main">
            <a:off x="571500" y="31718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02  Working demonstrator</a:t>
            </a:r>
          </a:p>
        </p:txBody>
      </p:sp>
      <p:sp>
        <p:nvSpPr>
          <p:cNvPr id="16" name="">
            <a:extLst xmlns:a="http://schemas.openxmlformats.org/drawingml/2006/main">
              <a:ext uri="{FF2B5EF4-FFF2-40B4-BE49-F238E27FC236}">
                <a16:creationId xmlns:a16="http://schemas.microsoft.com/office/drawing/2014/main" id="{1B2D467C-5371-4BE3-8648-FFD6BB0C971A}"/>
              </a:ext>
            </a:extLst>
          </p:cNvPr>
          <p:cNvSpPr>
            <a:spLocks xmlns:a="http://schemas.openxmlformats.org/drawingml/2006/main" noGrp="1"/>
          </p:cNvSpPr>
          <p:nvPr/>
        </p:nvSpPr>
        <p:spPr>
          <a:xfrm xmlns:a="http://schemas.openxmlformats.org/drawingml/2006/main">
            <a:off x="571500" y="3609975"/>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Two product journeys, general queries and verified citations</a:t>
            </a:r>
          </a:p>
        </p:txBody>
      </p:sp>
      <p:sp>
        <p:nvSpPr>
          <p:cNvPr id="17" name="">
            <a:extLst xmlns:a="http://schemas.openxmlformats.org/drawingml/2006/main">
              <a:ext uri="{FF2B5EF4-FFF2-40B4-BE49-F238E27FC236}">
                <a16:creationId xmlns:a16="http://schemas.microsoft.com/office/drawing/2014/main" id="{DA7E4488-9FC5-4CF2-9D02-9B0EA6A53717}"/>
              </a:ext>
            </a:extLst>
          </p:cNvPr>
          <p:cNvSpPr>
            <a:spLocks xmlns:a="http://schemas.openxmlformats.org/drawingml/2006/main" noGrp="1"/>
          </p:cNvSpPr>
          <p:nvPr/>
        </p:nvSpPr>
        <p:spPr>
          <a:xfrm xmlns:a="http://schemas.openxmlformats.org/drawingml/2006/main">
            <a:off x="571500" y="43624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03  Tested expansion</a:t>
            </a:r>
          </a:p>
        </p:txBody>
      </p:sp>
      <p:sp>
        <p:nvSpPr>
          <p:cNvPr id="18" name="">
            <a:extLst xmlns:a="http://schemas.openxmlformats.org/drawingml/2006/main">
              <a:ext uri="{FF2B5EF4-FFF2-40B4-BE49-F238E27FC236}">
                <a16:creationId xmlns:a16="http://schemas.microsoft.com/office/drawing/2014/main" id="{ED13E175-A22B-4207-8325-FB936A8736BC}"/>
              </a:ext>
            </a:extLst>
          </p:cNvPr>
          <p:cNvSpPr>
            <a:spLocks xmlns:a="http://schemas.openxmlformats.org/drawingml/2006/main" noGrp="1"/>
          </p:cNvSpPr>
          <p:nvPr/>
        </p:nvSpPr>
        <p:spPr>
          <a:xfrm xmlns:a="http://schemas.openxmlformats.org/drawingml/2006/main">
            <a:off x="571500" y="480060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About 150 base cases, then Hindi and one export market</a:t>
            </a:r>
          </a:p>
        </p:txBody>
      </p:sp>
      <p:sp>
        <p:nvSpPr>
          <p:cNvPr id="19" name="">
            <a:extLst xmlns:a="http://schemas.openxmlformats.org/drawingml/2006/main">
              <a:ext uri="{FF2B5EF4-FFF2-40B4-BE49-F238E27FC236}">
                <a16:creationId xmlns:a16="http://schemas.microsoft.com/office/drawing/2014/main" id="{DA013508-61A8-4BF3-A18B-603FE056D34D}"/>
              </a:ext>
            </a:extLst>
          </p:cNvPr>
          <p:cNvSpPr>
            <a:spLocks xmlns:a="http://schemas.openxmlformats.org/drawingml/2006/main" noGrp="1"/>
          </p:cNvSpPr>
          <p:nvPr/>
        </p:nvSpPr>
        <p:spPr>
          <a:xfrm xmlns:a="http://schemas.openxmlformats.org/drawingml/2006/main">
            <a:off x="6667500" y="14001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PRACTICAL CONTROLS</a:t>
            </a:r>
          </a:p>
        </p:txBody>
      </p:sp>
      <p:sp>
        <p:nvSpPr>
          <p:cNvPr id="20" name="">
            <a:extLst xmlns:a="http://schemas.openxmlformats.org/drawingml/2006/main">
              <a:ext uri="{FF2B5EF4-FFF2-40B4-BE49-F238E27FC236}">
                <a16:creationId xmlns:a16="http://schemas.microsoft.com/office/drawing/2014/main" id="{4EF986A8-3D9A-4C36-A1B9-3E9F79374351}"/>
              </a:ext>
            </a:extLst>
          </p:cNvPr>
          <p:cNvSpPr>
            <a:spLocks xmlns:a="http://schemas.openxmlformats.org/drawingml/2006/main" noGrp="1"/>
          </p:cNvSpPr>
          <p:nvPr/>
        </p:nvSpPr>
        <p:spPr>
          <a:xfrm xmlns:a="http://schemas.openxmlformats.org/drawingml/2006/main">
            <a:off x="6667500" y="1981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Changing law</a:t>
            </a:r>
          </a:p>
        </p:txBody>
      </p:sp>
      <p:sp>
        <p:nvSpPr>
          <p:cNvPr id="21" name="">
            <a:extLst xmlns:a="http://schemas.openxmlformats.org/drawingml/2006/main">
              <a:ext uri="{FF2B5EF4-FFF2-40B4-BE49-F238E27FC236}">
                <a16:creationId xmlns:a16="http://schemas.microsoft.com/office/drawing/2014/main" id="{DBC5235A-DFC1-4A8F-B65D-12419ABF501A}"/>
              </a:ext>
            </a:extLst>
          </p:cNvPr>
          <p:cNvSpPr>
            <a:spLocks xmlns:a="http://schemas.openxmlformats.org/drawingml/2006/main" noGrp="1"/>
          </p:cNvSpPr>
          <p:nvPr/>
        </p:nvSpPr>
        <p:spPr>
          <a:xfrm xmlns:a="http://schemas.openxmlformats.org/drawingml/2006/main">
            <a:off x="6667500" y="241935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Curator approval, effective dates and regression tests</a:t>
            </a:r>
          </a:p>
        </p:txBody>
      </p:sp>
      <p:sp>
        <p:nvSpPr>
          <p:cNvPr id="22" name="">
            <a:extLst xmlns:a="http://schemas.openxmlformats.org/drawingml/2006/main">
              <a:ext uri="{FF2B5EF4-FFF2-40B4-BE49-F238E27FC236}">
                <a16:creationId xmlns:a16="http://schemas.microsoft.com/office/drawing/2014/main" id="{DDB9546A-2E00-4FD8-975E-670CB361018A}"/>
              </a:ext>
            </a:extLst>
          </p:cNvPr>
          <p:cNvSpPr>
            <a:spLocks xmlns:a="http://schemas.openxmlformats.org/drawingml/2006/main" noGrp="1"/>
          </p:cNvSpPr>
          <p:nvPr/>
        </p:nvSpPr>
        <p:spPr>
          <a:xfrm xmlns:a="http://schemas.openxmlformats.org/drawingml/2006/main">
            <a:off x="6667500" y="31718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Incorrect or incomplete answers</a:t>
            </a:r>
          </a:p>
        </p:txBody>
      </p:sp>
      <p:sp>
        <p:nvSpPr>
          <p:cNvPr id="23" name="">
            <a:extLst xmlns:a="http://schemas.openxmlformats.org/drawingml/2006/main">
              <a:ext uri="{FF2B5EF4-FFF2-40B4-BE49-F238E27FC236}">
                <a16:creationId xmlns:a16="http://schemas.microsoft.com/office/drawing/2014/main" id="{F5015E93-04B6-489C-B173-FD3E0BD4A971}"/>
              </a:ext>
            </a:extLst>
          </p:cNvPr>
          <p:cNvSpPr>
            <a:spLocks xmlns:a="http://schemas.openxmlformats.org/drawingml/2006/main" noGrp="1"/>
          </p:cNvSpPr>
          <p:nvPr/>
        </p:nvSpPr>
        <p:spPr>
          <a:xfrm xmlns:a="http://schemas.openxmlformats.org/drawingml/2006/main">
            <a:off x="6667500" y="360997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Claim checks, one repair attempt and human review</a:t>
            </a:r>
          </a:p>
        </p:txBody>
      </p:sp>
      <p:sp>
        <p:nvSpPr>
          <p:cNvPr id="24" name="">
            <a:extLst xmlns:a="http://schemas.openxmlformats.org/drawingml/2006/main">
              <a:ext uri="{FF2B5EF4-FFF2-40B4-BE49-F238E27FC236}">
                <a16:creationId xmlns:a16="http://schemas.microsoft.com/office/drawing/2014/main" id="{77C73309-50D5-4975-9BE4-760B70C8BE3A}"/>
              </a:ext>
            </a:extLst>
          </p:cNvPr>
          <p:cNvSpPr>
            <a:spLocks xmlns:a="http://schemas.openxmlformats.org/drawingml/2006/main" noGrp="1"/>
          </p:cNvSpPr>
          <p:nvPr/>
        </p:nvSpPr>
        <p:spPr>
          <a:xfrm xmlns:a="http://schemas.openxmlformats.org/drawingml/2006/main">
            <a:off x="6667500" y="43624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Confidential product details</a:t>
            </a:r>
          </a:p>
        </p:txBody>
      </p:sp>
      <p:sp>
        <p:nvSpPr>
          <p:cNvPr id="25" name="">
            <a:extLst xmlns:a="http://schemas.openxmlformats.org/drawingml/2006/main">
              <a:ext uri="{FF2B5EF4-FFF2-40B4-BE49-F238E27FC236}">
                <a16:creationId xmlns:a16="http://schemas.microsoft.com/office/drawing/2014/main" id="{2CF7BBC0-BB3C-4680-BD83-26B335908FF6}"/>
              </a:ext>
            </a:extLst>
          </p:cNvPr>
          <p:cNvSpPr>
            <a:spLocks xmlns:a="http://schemas.openxmlformats.org/drawingml/2006/main" noGrp="1"/>
          </p:cNvSpPr>
          <p:nvPr/>
        </p:nvSpPr>
        <p:spPr>
          <a:xfrm xmlns:a="http://schemas.openxmlformats.org/drawingml/2006/main">
            <a:off x="6667500" y="480060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Minimum data collection, scoped access and redacted logs</a:t>
            </a:r>
          </a:p>
        </p:txBody>
      </p:sp>
      <p:sp>
        <p:nvSpPr>
          <p:cNvPr id="26" name="">
            <a:extLst xmlns:a="http://schemas.openxmlformats.org/drawingml/2006/main">
              <a:ext uri="{FF2B5EF4-FFF2-40B4-BE49-F238E27FC236}">
                <a16:creationId xmlns:a16="http://schemas.microsoft.com/office/drawing/2014/main" id="{E1DF9BF1-BA1B-4944-9B42-0808C88A8A23}"/>
              </a:ext>
            </a:extLst>
          </p:cNvPr>
          <p:cNvSpPr>
            <a:spLocks xmlns:a="http://schemas.openxmlformats.org/drawingml/2006/main" noGrp="1"/>
          </p:cNvSpPr>
          <p:nvPr/>
        </p:nvSpPr>
        <p:spPr>
          <a:xfrm xmlns:a="http://schemas.openxmlformats.org/drawingml/2006/main">
            <a:off x="571500" y="588645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Pilot targets: 95% citation support and 90% required-abstention recall.</a:t>
            </a:r>
          </a:p>
        </p:txBody>
      </p:sp>
      <p:sp>
        <p:nvSpPr>
          <p:cNvPr id="27" name="">
            <a:extLst xmlns:a="http://schemas.openxmlformats.org/drawingml/2006/main">
              <a:ext uri="{FF2B5EF4-FFF2-40B4-BE49-F238E27FC236}">
                <a16:creationId xmlns:a16="http://schemas.microsoft.com/office/drawing/2014/main" id="{D808ED5A-C5D5-4139-9CF3-9A0E27C5AFE1}"/>
              </a:ext>
            </a:extLst>
          </p:cNvPr>
          <p:cNvSpPr>
            <a:spLocks xmlns:a="http://schemas.openxmlformats.org/drawingml/2006/main" noGrp="1"/>
          </p:cNvSpPr>
          <p:nvPr/>
        </p:nvSpPr>
        <p:spPr>
          <a:xfrm xmlns:a="http://schemas.openxmlformats.org/drawingml/2006/main">
            <a:off x="571500" y="62960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Targets await testing. Qualified reviewers and permitted source access are prerequisites.</a:t>
            </a:r>
          </a:p>
        </p:txBody>
      </p:sp>
    </p:spTree>
    <p:extLst>
      <p:ext uri="{BB962C8B-B14F-4D97-AF65-F5344CB8AC3E}">
        <p14:creationId xmlns:p14="http://schemas.microsoft.com/office/powerpoint/2010/main" val="5450880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A9BC941-C2FF-4198-99AC-2BE0F829EC72}"/>
              </a:ext>
            </a:extLst>
          </p:cNvPr>
          <p:cNvSpPr>
            <a:spLocks xmlns:a="http://schemas.openxmlformats.org/drawingml/2006/main" noGrp="1"/>
          </p:cNvSpPr>
          <p:nvPr/>
        </p:nvSpPr>
        <p:spPr>
          <a:xfrm xmlns:a="http://schemas.openxmlformats.org/drawingml/2006/main" rot="0" flipH="0" flipV="0">
            <a:off x="9782175" y="0"/>
            <a:ext cx="2247900" cy="1047750"/>
          </a:xfrm>
          <a:custGeom xmlns:a="http://schemas.openxmlformats.org/drawingml/2006/main">
            <a:rect l="l" t="t" r="r" b="b"/>
            <a:pathLst>
              <a:path w="2997200" h="1397000">
                <a:moveTo>
                  <a:pt x="0" y="0"/>
                </a:moveTo>
                <a:lnTo>
                  <a:pt x="2997200" y="0"/>
                </a:lnTo>
                <a:lnTo>
                  <a:pt x="2997200" y="1397000"/>
                </a:lnTo>
                <a:lnTo>
                  <a:pt x="0" y="1397000"/>
                </a:lnTo>
                <a:lnTo>
                  <a:pt x="0" y="0"/>
                </a:lnTo>
                <a:close/>
              </a:path>
            </a:pathLst>
          </a:custGeom>
          <a:blipFill xmlns:a="http://schemas.openxmlformats.org/drawingml/2006/main">
            <a:blip xmlns:r="http://schemas.openxmlformats.org/officeDocument/2006/relationships" r:embed="Ra736fa44f1274c20"/>
            <a:stretch>
              <a:fillRect l="0" t="-1818" r="0" b="0"/>
            </a:stretch>
          </a:blipFill>
        </p:spPr>
      </p:sp>
      <p:sp>
        <p:nvSpPr>
          <p:cNvPr id="4" name="Freeform 4">
            <a:extLst xmlns:a="http://schemas.openxmlformats.org/drawingml/2006/main">
              <a:ext uri="{FF2B5EF4-FFF2-40B4-BE49-F238E27FC236}">
                <a16:creationId xmlns:a16="http://schemas.microsoft.com/office/drawing/2014/main" id="{778BFC44-0DE8-4417-81DA-238AC426CB1B}"/>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bd5a7bedc9284e67">
              <a:extLst>
                <a:ext uri="{96DAC541-7B7A-43D3-8B79-37D633B846F1}">
                  <asvg:svgBlip xmlns:asvg="http://schemas.microsoft.com/office/drawing/2016/SVG/main" r:embed="R454410ea17ac4224"/>
                </a:ext>
              </a:extLst>
            </a:blip>
            <a:stretch>
              <a:fillRect l="0" t="0" r="0" b="0"/>
            </a:stretch>
          </a:blipFill>
        </p:spPr>
      </p:sp>
      <p:sp>
        <p:nvSpPr>
          <p:cNvPr id="5" name="">
            <a:extLst xmlns:a="http://schemas.openxmlformats.org/drawingml/2006/main">
              <a:ext uri="{FF2B5EF4-FFF2-40B4-BE49-F238E27FC236}">
                <a16:creationId xmlns:a16="http://schemas.microsoft.com/office/drawing/2014/main" id="{C1592216-DEC0-440B-BBE3-CA291FCFB00B}"/>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IMPACT AND BENEFITS</a:t>
            </a:r>
          </a:p>
        </p:txBody>
      </p:sp>
      <p:sp>
        <p:nvSpPr>
          <p:cNvPr id="6" name="">
            <a:extLst xmlns:a="http://schemas.openxmlformats.org/drawingml/2006/main">
              <a:ext uri="{FF2B5EF4-FFF2-40B4-BE49-F238E27FC236}">
                <a16:creationId xmlns:a16="http://schemas.microsoft.com/office/drawing/2014/main" id="{0C46AFCA-45C7-4CB3-BD49-91A960FF7DCE}"/>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CE5F6778-B2A6-467F-AB6A-6156B4E9942B}"/>
              </a:ext>
            </a:extLst>
          </p:cNvPr>
          <p:cNvSpPr>
            <a:spLocks xmlns:a="http://schemas.openxmlformats.org/drawingml/2006/main" noGrp="1"/>
          </p:cNvSpPr>
          <p:nvPr/>
        </p:nvSpPr>
        <p:spPr>
          <a:xfrm xmlns:a="http://schemas.openxmlformats.org/drawingml/2006/main">
            <a:off x="619125" y="1514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6636D"/>
                </a:solidFill>
                <a:latin typeface="Arial"/>
                <a:ea typeface="Arial"/>
                <a:cs typeface="Arial"/>
              </a:defRPr>
            </a:pPr>
            <a:r>
              <a:rPr sz="2100" b="0">
                <a:solidFill>
                  <a:srgbClr val="56636D"/>
                </a:solidFill>
                <a:latin typeface="Arial"/>
                <a:ea typeface="Arial"/>
                <a:cs typeface="Arial"/>
              </a:rPr>
              <a:t>Expected benefits for the Ayurveda community</a:t>
            </a:r>
          </a:p>
        </p:txBody>
      </p:sp>
      <p:sp>
        <p:nvSpPr>
          <p:cNvPr id="8" name="">
            <a:extLst xmlns:a="http://schemas.openxmlformats.org/drawingml/2006/main">
              <a:ext uri="{FF2B5EF4-FFF2-40B4-BE49-F238E27FC236}">
                <a16:creationId xmlns:a16="http://schemas.microsoft.com/office/drawing/2014/main" id="{C1C4F29A-94E7-4CF7-AB7B-6ADF6C466F25}"/>
              </a:ext>
            </a:extLst>
          </p:cNvPr>
          <p:cNvSpPr>
            <a:spLocks xmlns:a="http://schemas.openxmlformats.org/drawingml/2006/main" noGrp="1"/>
          </p:cNvSpPr>
          <p:nvPr/>
        </p:nvSpPr>
        <p:spPr>
          <a:xfrm xmlns:a="http://schemas.openxmlformats.org/drawingml/2006/main">
            <a:off x="619125" y="22860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Startups and MSMEs</a:t>
            </a:r>
          </a:p>
        </p:txBody>
      </p:sp>
      <p:sp>
        <p:nvSpPr>
          <p:cNvPr id="9" name="">
            <a:extLst xmlns:a="http://schemas.openxmlformats.org/drawingml/2006/main">
              <a:ext uri="{FF2B5EF4-FFF2-40B4-BE49-F238E27FC236}">
                <a16:creationId xmlns:a16="http://schemas.microsoft.com/office/drawing/2014/main" id="{C712AEC7-8BE8-4E17-A4B9-A564B602E97B}"/>
              </a:ext>
            </a:extLst>
          </p:cNvPr>
          <p:cNvSpPr>
            <a:spLocks xmlns:a="http://schemas.openxmlformats.org/drawingml/2006/main" noGrp="1"/>
          </p:cNvSpPr>
          <p:nvPr/>
        </p:nvSpPr>
        <p:spPr>
          <a:xfrm xmlns:a="http://schemas.openxmlformats.org/drawingml/2006/main">
            <a:off x="4429125" y="22860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Clearer next steps before spending on filings,</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licences or export preparation.</a:t>
            </a:r>
          </a:p>
        </p:txBody>
      </p:sp>
      <p:sp>
        <p:nvSpPr>
          <p:cNvPr id="10" name="">
            <a:extLst xmlns:a="http://schemas.openxmlformats.org/drawingml/2006/main">
              <a:ext uri="{FF2B5EF4-FFF2-40B4-BE49-F238E27FC236}">
                <a16:creationId xmlns:a16="http://schemas.microsoft.com/office/drawing/2014/main" id="{F3415720-0F02-4209-851A-BD21E78E812E}"/>
              </a:ext>
            </a:extLst>
          </p:cNvPr>
          <p:cNvSpPr>
            <a:spLocks xmlns:a="http://schemas.openxmlformats.org/drawingml/2006/main" noGrp="1"/>
          </p:cNvSpPr>
          <p:nvPr/>
        </p:nvSpPr>
        <p:spPr>
          <a:xfrm xmlns:a="http://schemas.openxmlformats.org/drawingml/2006/main">
            <a:off x="619125" y="32385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Practitioners and researchers</a:t>
            </a:r>
          </a:p>
        </p:txBody>
      </p:sp>
      <p:sp>
        <p:nvSpPr>
          <p:cNvPr id="11" name="">
            <a:extLst xmlns:a="http://schemas.openxmlformats.org/drawingml/2006/main">
              <a:ext uri="{FF2B5EF4-FFF2-40B4-BE49-F238E27FC236}">
                <a16:creationId xmlns:a16="http://schemas.microsoft.com/office/drawing/2014/main" id="{34A38598-A5C1-4097-8D0A-B9159E6FE427}"/>
              </a:ext>
            </a:extLst>
          </p:cNvPr>
          <p:cNvSpPr>
            <a:spLocks xmlns:a="http://schemas.openxmlformats.org/drawingml/2006/main" noGrp="1"/>
          </p:cNvSpPr>
          <p:nvPr/>
        </p:nvSpPr>
        <p:spPr>
          <a:xfrm xmlns:a="http://schemas.openxmlformats.org/drawingml/2006/main">
            <a:off x="4429125" y="3238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Plain-language explanations with official evidence</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that they can inspect and discuss with experts.</a:t>
            </a:r>
          </a:p>
        </p:txBody>
      </p:sp>
      <p:sp>
        <p:nvSpPr>
          <p:cNvPr id="12" name="">
            <a:extLst xmlns:a="http://schemas.openxmlformats.org/drawingml/2006/main">
              <a:ext uri="{FF2B5EF4-FFF2-40B4-BE49-F238E27FC236}">
                <a16:creationId xmlns:a16="http://schemas.microsoft.com/office/drawing/2014/main" id="{25ACC796-580E-4039-BEB3-A81E8C307FEB}"/>
              </a:ext>
            </a:extLst>
          </p:cNvPr>
          <p:cNvSpPr>
            <a:spLocks xmlns:a="http://schemas.openxmlformats.org/drawingml/2006/main" noGrp="1"/>
          </p:cNvSpPr>
          <p:nvPr/>
        </p:nvSpPr>
        <p:spPr>
          <a:xfrm xmlns:a="http://schemas.openxmlformats.org/drawingml/2006/main">
            <a:off x="619125" y="41910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Cultivators and TK holders</a:t>
            </a:r>
          </a:p>
        </p:txBody>
      </p:sp>
      <p:sp>
        <p:nvSpPr>
          <p:cNvPr id="13" name="">
            <a:extLst xmlns:a="http://schemas.openxmlformats.org/drawingml/2006/main">
              <a:ext uri="{FF2B5EF4-FFF2-40B4-BE49-F238E27FC236}">
                <a16:creationId xmlns:a16="http://schemas.microsoft.com/office/drawing/2014/main" id="{0B4298AD-3447-48B3-B4E4-D6BDE14839A4}"/>
              </a:ext>
            </a:extLst>
          </p:cNvPr>
          <p:cNvSpPr>
            <a:spLocks xmlns:a="http://schemas.openxmlformats.org/drawingml/2006/main" noGrp="1"/>
          </p:cNvSpPr>
          <p:nvPr/>
        </p:nvSpPr>
        <p:spPr>
          <a:xfrm xmlns:a="http://schemas.openxmlformats.org/drawingml/2006/main">
            <a:off x="4429125" y="41910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Earlier visibility of resource-origin questions</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and benefit-sharing checkpoints.</a:t>
            </a:r>
          </a:p>
        </p:txBody>
      </p:sp>
      <p:sp>
        <p:nvSpPr>
          <p:cNvPr id="14" name="">
            <a:extLst xmlns:a="http://schemas.openxmlformats.org/drawingml/2006/main">
              <a:ext uri="{FF2B5EF4-FFF2-40B4-BE49-F238E27FC236}">
                <a16:creationId xmlns:a16="http://schemas.microsoft.com/office/drawing/2014/main" id="{50B2F230-1F79-4334-A9BB-537B7C3BE79A}"/>
              </a:ext>
            </a:extLst>
          </p:cNvPr>
          <p:cNvSpPr>
            <a:spLocks xmlns:a="http://schemas.openxmlformats.org/drawingml/2006/main" noGrp="1"/>
          </p:cNvSpPr>
          <p:nvPr/>
        </p:nvSpPr>
        <p:spPr>
          <a:xfrm xmlns:a="http://schemas.openxmlformats.org/drawingml/2006/main">
            <a:off x="619125" y="514350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34F7B"/>
                </a:solidFill>
                <a:latin typeface="Arial Bold"/>
                <a:ea typeface="Arial Bold"/>
                <a:cs typeface="Arial Bold"/>
              </a:defRPr>
            </a:pPr>
            <a:r>
              <a:rPr sz="2025" b="1">
                <a:solidFill>
                  <a:srgbClr val="234F7B"/>
                </a:solidFill>
                <a:latin typeface="Arial Bold"/>
                <a:ea typeface="Arial Bold"/>
                <a:cs typeface="Arial Bold"/>
              </a:rPr>
              <a:t>IP facilitators</a:t>
            </a:r>
          </a:p>
        </p:txBody>
      </p:sp>
      <p:sp>
        <p:nvSpPr>
          <p:cNvPr id="15" name="">
            <a:extLst xmlns:a="http://schemas.openxmlformats.org/drawingml/2006/main">
              <a:ext uri="{FF2B5EF4-FFF2-40B4-BE49-F238E27FC236}">
                <a16:creationId xmlns:a16="http://schemas.microsoft.com/office/drawing/2014/main" id="{328A02BC-E736-4DC6-B0B2-E3CAA511DC3A}"/>
              </a:ext>
            </a:extLst>
          </p:cNvPr>
          <p:cNvSpPr>
            <a:spLocks xmlns:a="http://schemas.openxmlformats.org/drawingml/2006/main" noGrp="1"/>
          </p:cNvSpPr>
          <p:nvPr/>
        </p:nvSpPr>
        <p:spPr>
          <a:xfrm xmlns:a="http://schemas.openxmlformats.org/drawingml/2006/main">
            <a:off x="4429125" y="5143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A structured case file with the facts, provisions</a:t>
            </a:r>
          </a:p>
          <a:p xmlns:a="http://schemas.openxmlformats.org/drawingml/2006/main">
            <a:pPr algn="l">
              <a:defRPr sz="1950" b="0">
                <a:solidFill>
                  <a:srgbClr val="202C37"/>
                </a:solidFill>
                <a:latin typeface="Arial"/>
                <a:ea typeface="Arial"/>
                <a:cs typeface="Arial"/>
              </a:defRPr>
            </a:pPr>
            <a:r>
              <a:rPr sz="1950" b="0">
                <a:solidFill>
                  <a:srgbClr val="202C37"/>
                </a:solidFill>
                <a:latin typeface="Arial"/>
                <a:ea typeface="Arial"/>
                <a:cs typeface="Arial"/>
              </a:rPr>
              <a:t>and unresolved issues ready for review.</a:t>
            </a:r>
          </a:p>
        </p:txBody>
      </p:sp>
      <p:sp>
        <p:nvSpPr>
          <p:cNvPr id="16" name="">
            <a:extLst xmlns:a="http://schemas.openxmlformats.org/drawingml/2006/main">
              <a:ext uri="{FF2B5EF4-FFF2-40B4-BE49-F238E27FC236}">
                <a16:creationId xmlns:a16="http://schemas.microsoft.com/office/drawing/2014/main" id="{DF38E52C-4672-4D4C-B5CE-8087D3A40EA9}"/>
              </a:ext>
            </a:extLst>
          </p:cNvPr>
          <p:cNvSpPr>
            <a:spLocks xmlns:a="http://schemas.openxmlformats.org/drawingml/2006/main" noGrp="1"/>
          </p:cNvSpPr>
          <p:nvPr/>
        </p:nvSpPr>
        <p:spPr>
          <a:xfrm xmlns:a="http://schemas.openxmlformats.org/drawingml/2006/main">
            <a:off x="619125" y="63531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The pilot will measure guidance quality, review effort and language accessibility.</a:t>
            </a:r>
          </a:p>
        </p:txBody>
      </p:sp>
    </p:spTree>
    <p:extLst>
      <p:ext uri="{BB962C8B-B14F-4D97-AF65-F5344CB8AC3E}">
        <p14:creationId xmlns:p14="http://schemas.microsoft.com/office/powerpoint/2010/main" val="9067981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3AD8F1FA-0301-4B16-9223-94EFD25A8C79}"/>
              </a:ext>
            </a:extLst>
          </p:cNvPr>
          <p:cNvSpPr>
            <a:spLocks xmlns:a="http://schemas.openxmlformats.org/drawingml/2006/main" noGrp="1"/>
          </p:cNvSpPr>
          <p:nvPr/>
        </p:nvSpPr>
        <p:spPr>
          <a:xfrm xmlns:a="http://schemas.openxmlformats.org/drawingml/2006/main">
            <a:off x="329773" y="252246"/>
            <a:ext cx="140377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rmAutofit/>
          </a:bodyPr>
          <a:lstStyle xmlns:a="http://schemas.openxmlformats.org/drawingml/2006/main"/>
          <a:p xmlns:a="http://schemas.openxmlformats.org/drawingml/2006/main">
            <a:pPr algn="ctr">
              <a:buNone/>
              <a:defRPr sz="1800" b="1">
                <a:solidFill>
                  <a:srgbClr val="1F4E79"/>
                </a:solidFill>
                <a:latin typeface="Arial"/>
                <a:ea typeface="Arial"/>
                <a:cs typeface="Arial"/>
              </a:defRPr>
            </a:pPr>
            <a:r>
              <a:rPr sz="1800" b="1">
                <a:solidFill>
                  <a:srgbClr val="1F4E79"/>
                </a:solidFill>
                <a:latin typeface="Arial"/>
                <a:ea typeface="Arial"/>
                <a:cs typeface="Arial"/>
              </a:rPr>
              <a:t/>
            </a:r>
            <a:endParaRPr/>
          </a:p>
        </p:txBody>
      </p:sp>
      <p:pic>
        <p:nvPicPr>
          <p:cNvPr id="50" name="Picture 10"/>
          <p:cNvPicPr>
            <a:picLocks xmlns:a="http://schemas.openxmlformats.org/drawingml/2006/main" noChangeAspect="1"/>
          </p:cNvPicPr>
          <p:nvPr/>
        </p:nvPicPr>
        <p:blipFill>
          <a:blip xmlns:r="http://schemas.openxmlformats.org/officeDocument/2006/relationships" xmlns:a="http://schemas.openxmlformats.org/drawingml/2006/main" r:embed="Re1f67766ecf34c78"/>
          <a:stretch xmlns:a="http://schemas.openxmlformats.org/drawingml/2006/main">
            <a:fillRect l="0" t="0" r="0" b="0"/>
          </a:stretch>
        </p:blipFill>
        <p:spPr>
          <a:xfrm xmlns:a="http://schemas.openxmlformats.org/drawingml/2006/main">
            <a:off x="9780086" y="-17550"/>
            <a:ext cx="2249850" cy="1062337"/>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EDB17D6C-AD53-4C65-B801-B771D576F0C6}"/>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REFERENCES</a:t>
            </a:r>
          </a:p>
        </p:txBody>
      </p:sp>
      <p:sp>
        <p:nvSpPr>
          <p:cNvPr id="32" name="">
            <a:extLst xmlns:a="http://schemas.openxmlformats.org/drawingml/2006/main">
              <a:ext uri="{FF2B5EF4-FFF2-40B4-BE49-F238E27FC236}">
                <a16:creationId xmlns:a16="http://schemas.microsoft.com/office/drawing/2014/main" id="{C7EC8604-D86D-4AC7-AB85-AB6B785B4DAB}"/>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33" name="">
            <a:extLst xmlns:a="http://schemas.openxmlformats.org/drawingml/2006/main">
              <a:ext uri="{FF2B5EF4-FFF2-40B4-BE49-F238E27FC236}">
                <a16:creationId xmlns:a16="http://schemas.microsoft.com/office/drawing/2014/main" id="{B43A8C33-8A6A-4C7A-9144-078EC1A18C8D}"/>
              </a:ext>
            </a:extLst>
          </p:cNvPr>
          <p:cNvSpPr>
            <a:spLocks xmlns:a="http://schemas.openxmlformats.org/drawingml/2006/main" noGrp="1"/>
          </p:cNvSpPr>
          <p:nvPr/>
        </p:nvSpPr>
        <p:spPr>
          <a:xfrm xmlns:a="http://schemas.openxmlformats.org/drawingml/2006/main">
            <a:off x="61912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815741400572455a"/>
              </a:rPr>
              <a:t>India Code and IP India</a:t>
            </a:r>
          </a:p>
        </p:txBody>
      </p:sp>
      <p:sp>
        <p:nvSpPr>
          <p:cNvPr id="34" name="">
            <a:extLst xmlns:a="http://schemas.openxmlformats.org/drawingml/2006/main">
              <a:ext uri="{FF2B5EF4-FFF2-40B4-BE49-F238E27FC236}">
                <a16:creationId xmlns:a16="http://schemas.microsoft.com/office/drawing/2014/main" id="{33C60ADC-6FB9-447F-9B22-90CE16DF7E1E}"/>
              </a:ext>
            </a:extLst>
          </p:cNvPr>
          <p:cNvSpPr>
            <a:spLocks xmlns:a="http://schemas.openxmlformats.org/drawingml/2006/main" noGrp="1"/>
          </p:cNvSpPr>
          <p:nvPr/>
        </p:nvSpPr>
        <p:spPr>
          <a:xfrm xmlns:a="http://schemas.openxmlformats.org/drawingml/2006/main">
            <a:off x="61912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Patents Act, rules and amendments</a:t>
            </a:r>
          </a:p>
        </p:txBody>
      </p:sp>
      <p:sp>
        <p:nvSpPr>
          <p:cNvPr id="35" name="">
            <a:extLst xmlns:a="http://schemas.openxmlformats.org/drawingml/2006/main">
              <a:ext uri="{FF2B5EF4-FFF2-40B4-BE49-F238E27FC236}">
                <a16:creationId xmlns:a16="http://schemas.microsoft.com/office/drawing/2014/main" id="{DD0A9208-FD54-43F2-BE17-DA6415F945B0}"/>
              </a:ext>
            </a:extLst>
          </p:cNvPr>
          <p:cNvSpPr>
            <a:spLocks xmlns:a="http://schemas.openxmlformats.org/drawingml/2006/main" noGrp="1"/>
          </p:cNvSpPr>
          <p:nvPr/>
        </p:nvSpPr>
        <p:spPr>
          <a:xfrm xmlns:a="http://schemas.openxmlformats.org/drawingml/2006/main">
            <a:off x="61912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424e0dd545fe49b0"/>
              </a:rPr>
              <a:t>CDSCO and FSSAI</a:t>
            </a:r>
          </a:p>
        </p:txBody>
      </p:sp>
      <p:sp>
        <p:nvSpPr>
          <p:cNvPr id="36" name="">
            <a:extLst xmlns:a="http://schemas.openxmlformats.org/drawingml/2006/main">
              <a:ext uri="{FF2B5EF4-FFF2-40B4-BE49-F238E27FC236}">
                <a16:creationId xmlns:a16="http://schemas.microsoft.com/office/drawing/2014/main" id="{214DC62F-73B4-46C6-B9CC-7764B12A4DB0}"/>
              </a:ext>
            </a:extLst>
          </p:cNvPr>
          <p:cNvSpPr>
            <a:spLocks xmlns:a="http://schemas.openxmlformats.org/drawingml/2006/main" noGrp="1"/>
          </p:cNvSpPr>
          <p:nvPr/>
        </p:nvSpPr>
        <p:spPr>
          <a:xfrm xmlns:a="http://schemas.openxmlformats.org/drawingml/2006/main">
            <a:off x="61912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Product definitions and Ayurveda Aahara</a:t>
            </a:r>
          </a:p>
        </p:txBody>
      </p:sp>
      <p:sp>
        <p:nvSpPr>
          <p:cNvPr id="37" name="">
            <a:extLst xmlns:a="http://schemas.openxmlformats.org/drawingml/2006/main">
              <a:ext uri="{FF2B5EF4-FFF2-40B4-BE49-F238E27FC236}">
                <a16:creationId xmlns:a16="http://schemas.microsoft.com/office/drawing/2014/main" id="{4BF7E08D-0857-46A1-8E64-EAC37A374503}"/>
              </a:ext>
            </a:extLst>
          </p:cNvPr>
          <p:cNvSpPr>
            <a:spLocks xmlns:a="http://schemas.openxmlformats.org/drawingml/2006/main" noGrp="1"/>
          </p:cNvSpPr>
          <p:nvPr/>
        </p:nvSpPr>
        <p:spPr>
          <a:xfrm xmlns:a="http://schemas.openxmlformats.org/drawingml/2006/main">
            <a:off x="61912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f0c89107c27e4cae"/>
              </a:rPr>
              <a:t>National Biodiversity Authority</a:t>
            </a:r>
          </a:p>
        </p:txBody>
      </p:sp>
      <p:sp>
        <p:nvSpPr>
          <p:cNvPr id="38" name="">
            <a:extLst xmlns:a="http://schemas.openxmlformats.org/drawingml/2006/main">
              <a:ext uri="{FF2B5EF4-FFF2-40B4-BE49-F238E27FC236}">
                <a16:creationId xmlns:a16="http://schemas.microsoft.com/office/drawing/2014/main" id="{EC7EF67A-2EAA-47E8-856E-A21F28625486}"/>
              </a:ext>
            </a:extLst>
          </p:cNvPr>
          <p:cNvSpPr>
            <a:spLocks xmlns:a="http://schemas.openxmlformats.org/drawingml/2006/main" noGrp="1"/>
          </p:cNvSpPr>
          <p:nvPr/>
        </p:nvSpPr>
        <p:spPr>
          <a:xfrm xmlns:a="http://schemas.openxmlformats.org/drawingml/2006/main">
            <a:off x="61912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Biodiversity rules and ABS Regulations, 2025</a:t>
            </a:r>
          </a:p>
        </p:txBody>
      </p:sp>
      <p:sp>
        <p:nvSpPr>
          <p:cNvPr id="39" name="">
            <a:extLst xmlns:a="http://schemas.openxmlformats.org/drawingml/2006/main">
              <a:ext uri="{FF2B5EF4-FFF2-40B4-BE49-F238E27FC236}">
                <a16:creationId xmlns:a16="http://schemas.microsoft.com/office/drawing/2014/main" id="{EB5CA97D-6AC8-462E-96E4-622C7581517F}"/>
              </a:ext>
            </a:extLst>
          </p:cNvPr>
          <p:cNvSpPr>
            <a:spLocks xmlns:a="http://schemas.openxmlformats.org/drawingml/2006/main" noGrp="1"/>
          </p:cNvSpPr>
          <p:nvPr/>
        </p:nvSpPr>
        <p:spPr>
          <a:xfrm xmlns:a="http://schemas.openxmlformats.org/drawingml/2006/main">
            <a:off x="61912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fc7ff4132af8480e"/>
              </a:rPr>
              <a:t>WIPO and TKDL</a:t>
            </a:r>
          </a:p>
        </p:txBody>
      </p:sp>
      <p:sp>
        <p:nvSpPr>
          <p:cNvPr id="40" name="">
            <a:extLst xmlns:a="http://schemas.openxmlformats.org/drawingml/2006/main">
              <a:ext uri="{FF2B5EF4-FFF2-40B4-BE49-F238E27FC236}">
                <a16:creationId xmlns:a16="http://schemas.microsoft.com/office/drawing/2014/main" id="{E64261EA-1EF6-4BA3-B5DF-F0ED04EDD4BE}"/>
              </a:ext>
            </a:extLst>
          </p:cNvPr>
          <p:cNvSpPr>
            <a:spLocks xmlns:a="http://schemas.openxmlformats.org/drawingml/2006/main" noGrp="1"/>
          </p:cNvSpPr>
          <p:nvPr/>
        </p:nvSpPr>
        <p:spPr>
          <a:xfrm xmlns:a="http://schemas.openxmlformats.org/drawingml/2006/main">
            <a:off x="61912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Treaty status and traditional-knowledge resources</a:t>
            </a:r>
          </a:p>
        </p:txBody>
      </p:sp>
      <p:sp>
        <p:nvSpPr>
          <p:cNvPr id="41" name="">
            <a:extLst xmlns:a="http://schemas.openxmlformats.org/drawingml/2006/main">
              <a:ext uri="{FF2B5EF4-FFF2-40B4-BE49-F238E27FC236}">
                <a16:creationId xmlns:a16="http://schemas.microsoft.com/office/drawing/2014/main" id="{B2C07557-61A5-4758-856A-A8C463D51B32}"/>
              </a:ext>
            </a:extLst>
          </p:cNvPr>
          <p:cNvSpPr>
            <a:spLocks xmlns:a="http://schemas.openxmlformats.org/drawingml/2006/main" noGrp="1"/>
          </p:cNvSpPr>
          <p:nvPr/>
        </p:nvSpPr>
        <p:spPr>
          <a:xfrm xmlns:a="http://schemas.openxmlformats.org/drawingml/2006/main">
            <a:off x="642937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b100bd30f3874bc9"/>
              </a:rPr>
              <a:t>ALCE, Gao et al. (2023)</a:t>
            </a:r>
          </a:p>
        </p:txBody>
      </p:sp>
      <p:sp>
        <p:nvSpPr>
          <p:cNvPr id="42" name="">
            <a:extLst xmlns:a="http://schemas.openxmlformats.org/drawingml/2006/main">
              <a:ext uri="{FF2B5EF4-FFF2-40B4-BE49-F238E27FC236}">
                <a16:creationId xmlns:a16="http://schemas.microsoft.com/office/drawing/2014/main" id="{78D4061B-D1BF-470A-8BDB-D32264EFB69D}"/>
              </a:ext>
            </a:extLst>
          </p:cNvPr>
          <p:cNvSpPr>
            <a:spLocks xmlns:a="http://schemas.openxmlformats.org/drawingml/2006/main" noGrp="1"/>
          </p:cNvSpPr>
          <p:nvPr/>
        </p:nvSpPr>
        <p:spPr>
          <a:xfrm xmlns:a="http://schemas.openxmlformats.org/drawingml/2006/main">
            <a:off x="642937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Answer generation with supporting citations</a:t>
            </a:r>
          </a:p>
        </p:txBody>
      </p:sp>
      <p:sp>
        <p:nvSpPr>
          <p:cNvPr id="43" name="">
            <a:extLst xmlns:a="http://schemas.openxmlformats.org/drawingml/2006/main">
              <a:ext uri="{FF2B5EF4-FFF2-40B4-BE49-F238E27FC236}">
                <a16:creationId xmlns:a16="http://schemas.microsoft.com/office/drawing/2014/main" id="{352C765B-675C-4E67-8085-30956DF0B90A}"/>
              </a:ext>
            </a:extLst>
          </p:cNvPr>
          <p:cNvSpPr>
            <a:spLocks xmlns:a="http://schemas.openxmlformats.org/drawingml/2006/main" noGrp="1"/>
          </p:cNvSpPr>
          <p:nvPr/>
        </p:nvSpPr>
        <p:spPr>
          <a:xfrm xmlns:a="http://schemas.openxmlformats.org/drawingml/2006/main">
            <a:off x="642937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f3af38f6c38540ca"/>
              </a:rPr>
              <a:t>LegalBench-RAG (2024)</a:t>
            </a:r>
          </a:p>
        </p:txBody>
      </p:sp>
      <p:sp>
        <p:nvSpPr>
          <p:cNvPr id="44" name="">
            <a:extLst xmlns:a="http://schemas.openxmlformats.org/drawingml/2006/main">
              <a:ext uri="{FF2B5EF4-FFF2-40B4-BE49-F238E27FC236}">
                <a16:creationId xmlns:a16="http://schemas.microsoft.com/office/drawing/2014/main" id="{1FE22279-ED53-4791-AD66-1670EA04BD38}"/>
              </a:ext>
            </a:extLst>
          </p:cNvPr>
          <p:cNvSpPr>
            <a:spLocks xmlns:a="http://schemas.openxmlformats.org/drawingml/2006/main" noGrp="1"/>
          </p:cNvSpPr>
          <p:nvPr/>
        </p:nvSpPr>
        <p:spPr>
          <a:xfrm xmlns:a="http://schemas.openxmlformats.org/drawingml/2006/main">
            <a:off x="642937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Precise legal retrieval evaluation</a:t>
            </a:r>
          </a:p>
        </p:txBody>
      </p:sp>
      <p:sp>
        <p:nvSpPr>
          <p:cNvPr id="45" name="">
            <a:extLst xmlns:a="http://schemas.openxmlformats.org/drawingml/2006/main">
              <a:ext uri="{FF2B5EF4-FFF2-40B4-BE49-F238E27FC236}">
                <a16:creationId xmlns:a16="http://schemas.microsoft.com/office/drawing/2014/main" id="{B4242D2D-25C9-4B2A-890A-6FFAAB42A90B}"/>
              </a:ext>
            </a:extLst>
          </p:cNvPr>
          <p:cNvSpPr>
            <a:spLocks xmlns:a="http://schemas.openxmlformats.org/drawingml/2006/main" noGrp="1"/>
          </p:cNvSpPr>
          <p:nvPr/>
        </p:nvSpPr>
        <p:spPr>
          <a:xfrm xmlns:a="http://schemas.openxmlformats.org/drawingml/2006/main">
            <a:off x="642937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345f437219984856"/>
              </a:rPr>
              <a:t>BGE-M3 (2024)</a:t>
            </a:r>
          </a:p>
        </p:txBody>
      </p:sp>
      <p:sp>
        <p:nvSpPr>
          <p:cNvPr id="46" name="">
            <a:extLst xmlns:a="http://schemas.openxmlformats.org/drawingml/2006/main">
              <a:ext uri="{FF2B5EF4-FFF2-40B4-BE49-F238E27FC236}">
                <a16:creationId xmlns:a16="http://schemas.microsoft.com/office/drawing/2014/main" id="{89CE4057-BCDC-4D05-A173-DCD0CF85ECDC}"/>
              </a:ext>
            </a:extLst>
          </p:cNvPr>
          <p:cNvSpPr>
            <a:spLocks xmlns:a="http://schemas.openxmlformats.org/drawingml/2006/main" noGrp="1"/>
          </p:cNvSpPr>
          <p:nvPr/>
        </p:nvSpPr>
        <p:spPr>
          <a:xfrm xmlns:a="http://schemas.openxmlformats.org/drawingml/2006/main">
            <a:off x="642937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Multilingual text embeddings</a:t>
            </a:r>
          </a:p>
        </p:txBody>
      </p:sp>
      <p:sp>
        <p:nvSpPr>
          <p:cNvPr id="47" name="">
            <a:extLst xmlns:a="http://schemas.openxmlformats.org/drawingml/2006/main">
              <a:ext uri="{FF2B5EF4-FFF2-40B4-BE49-F238E27FC236}">
                <a16:creationId xmlns:a16="http://schemas.microsoft.com/office/drawing/2014/main" id="{27FFABF0-DC9A-4EB8-8E6C-EFE9C55A9326}"/>
              </a:ext>
            </a:extLst>
          </p:cNvPr>
          <p:cNvSpPr>
            <a:spLocks xmlns:a="http://schemas.openxmlformats.org/drawingml/2006/main" noGrp="1"/>
          </p:cNvSpPr>
          <p:nvPr/>
        </p:nvSpPr>
        <p:spPr>
          <a:xfrm xmlns:a="http://schemas.openxmlformats.org/drawingml/2006/main">
            <a:off x="642937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b017f699ad0e4a03"/>
              </a:rPr>
              <a:t>IndicTrans2, Gala et al. (2023)</a:t>
            </a:r>
          </a:p>
        </p:txBody>
      </p:sp>
      <p:sp>
        <p:nvSpPr>
          <p:cNvPr id="48" name="">
            <a:extLst xmlns:a="http://schemas.openxmlformats.org/drawingml/2006/main">
              <a:ext uri="{FF2B5EF4-FFF2-40B4-BE49-F238E27FC236}">
                <a16:creationId xmlns:a16="http://schemas.microsoft.com/office/drawing/2014/main" id="{3AEFB7E9-6129-416A-9DD1-71088AD1B619}"/>
              </a:ext>
            </a:extLst>
          </p:cNvPr>
          <p:cNvSpPr>
            <a:spLocks xmlns:a="http://schemas.openxmlformats.org/drawingml/2006/main" noGrp="1"/>
          </p:cNvSpPr>
          <p:nvPr/>
        </p:nvSpPr>
        <p:spPr>
          <a:xfrm xmlns:a="http://schemas.openxmlformats.org/drawingml/2006/main">
            <a:off x="642937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Translation across Indian languages</a:t>
            </a:r>
          </a:p>
        </p:txBody>
      </p:sp>
    </p:spTree>
    <p:extLst>
      <p:ext uri="{BB962C8B-B14F-4D97-AF65-F5344CB8AC3E}">
        <p14:creationId xmlns:p14="http://schemas.microsoft.com/office/powerpoint/2010/main" val="134313230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2026-09-09T18:35:22.8850000Z</dcterms:created>
  <dcterms:modified xsi:type="dcterms:W3CDTF">2026-09-09T18:35:22.8850000Z</dcterms:modified>
</coreProperties>
</file>