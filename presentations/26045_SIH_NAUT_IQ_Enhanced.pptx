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ad16bf1a0fc4a94" /><Relationship Type="http://schemas.openxmlformats.org/officeDocument/2006/relationships/extended-properties" Target="/docProps/app.xml" Id="Rfa2b1cd90a934024" /><Relationship Type="http://schemas.openxmlformats.org/officeDocument/2006/relationships/officeDocument" Target="/ppt/presentation.xml" Id="R607ccf22ab884f50"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25bd6bc706d5467f"/>
  </p:sldMasterIdLst>
  <p:notesMasterIdLst>
    <p:notesMasterId xmlns:r="http://schemas.openxmlformats.org/officeDocument/2006/relationships" r:id="Rb3a09ea07f1645d6"/>
  </p:notesMasterIdLst>
  <p:sldIdLst>
    <p:sldId xmlns:r="http://schemas.openxmlformats.org/officeDocument/2006/relationships" id="256" r:id="R9acf14e514684baa"/>
    <p:sldId xmlns:r="http://schemas.openxmlformats.org/officeDocument/2006/relationships" id="257" r:id="R915449c95cb3439a"/>
    <p:sldId xmlns:r="http://schemas.openxmlformats.org/officeDocument/2006/relationships" id="258" r:id="R452d5b1fe95341db"/>
    <p:sldId xmlns:r="http://schemas.openxmlformats.org/officeDocument/2006/relationships" id="259" r:id="R0025835fc98742fd"/>
    <p:sldId xmlns:r="http://schemas.openxmlformats.org/officeDocument/2006/relationships" id="260" r:id="R4d11fc1886ed4405"/>
    <p:sldId xmlns:r="http://schemas.openxmlformats.org/officeDocument/2006/relationships" id="261" r:id="R33832e0b47e047e1"/>
    <p:sldId xmlns:r="http://schemas.openxmlformats.org/officeDocument/2006/relationships" id="262" r:id="R1e5029ed90a64c4c"/>
    <p:sldId xmlns:r="http://schemas.openxmlformats.org/officeDocument/2006/relationships" id="263" r:id="R60c807a820154ead"/>
  </p:sldIdLst>
  <p:sldSz cx="12192000" cy="6858000"/>
  <p:notesSz cx="6858000" cy="9144000"/>
  <p:embeddedFontLst>
    <p:embeddedFont>
      <p:font typeface="Arial"/>
      <p:regular xmlns:r="http://schemas.openxmlformats.org/officeDocument/2006/relationships" r:id="R9de7e7459b284eaa"/>
    </p:embeddedFont>
    <p:embeddedFont>
      <p:font typeface="Arial Bold"/>
      <p:regular xmlns:r="http://schemas.openxmlformats.org/officeDocument/2006/relationships" r:id="R791f593b8b4d4f2b"/>
      <p:bold xmlns:r="http://schemas.openxmlformats.org/officeDocument/2006/relationships" r:id="R8c091be11db04450"/>
    </p:embeddedFont>
    <p:embeddedFont>
      <p:font typeface="Calibri"/>
      <p:regular xmlns:r="http://schemas.openxmlformats.org/officeDocument/2006/relationships" r:id="R04c7672161764816"/>
      <p:bold xmlns:r="http://schemas.openxmlformats.org/officeDocument/2006/relationships" r:id="R5ee7cc8cd0ad4461"/>
      <p:italic xmlns:r="http://schemas.openxmlformats.org/officeDocument/2006/relationships" r:id="Rf2c83f8953f84198"/>
      <p:boldItalic xmlns:r="http://schemas.openxmlformats.org/officeDocument/2006/relationships" r:id="R49eadb0c23ae460b"/>
    </p:embeddedFont>
    <p:embeddedFont>
      <p:font typeface="DM Sans"/>
      <p:regular xmlns:r="http://schemas.openxmlformats.org/officeDocument/2006/relationships" r:id="Rf55a5fd324b9454e"/>
    </p:embeddedFont>
    <p:embeddedFont>
      <p:font typeface="DM Sans Bold"/>
      <p:regular xmlns:r="http://schemas.openxmlformats.org/officeDocument/2006/relationships" r:id="R66d425366cd84ed1"/>
    </p:embeddedFont>
    <p:embeddedFont>
      <p:font typeface="Garamond Bold"/>
      <p:regular xmlns:r="http://schemas.openxmlformats.org/officeDocument/2006/relationships" r:id="R51df0aa1672e4c3d"/>
      <p:bold xmlns:r="http://schemas.openxmlformats.org/officeDocument/2006/relationships" r:id="Rd086abc8b48e483b"/>
    </p:embeddedFont>
    <p:embeddedFont>
      <p:font typeface="HK Grotesk Medium"/>
      <p:regular xmlns:r="http://schemas.openxmlformats.org/officeDocument/2006/relationships" r:id="R7f7ba744fda04e09"/>
    </p:embeddedFont>
    <p:embeddedFont>
      <p:font typeface="HK Grotesk Semi-Bold"/>
      <p:regular xmlns:r="http://schemas.openxmlformats.org/officeDocument/2006/relationships" r:id="R87c95c175f6d41ff"/>
    </p:embeddedFont>
    <p:embeddedFont>
      <p:font typeface="Nourd"/>
      <p:regular xmlns:r="http://schemas.openxmlformats.org/officeDocument/2006/relationships" r:id="R2dfb5ebd61c64331"/>
    </p:embeddedFont>
    <p:embeddedFont>
      <p:font typeface="Nourd Semi-Bold"/>
      <p:regular xmlns:r="http://schemas.openxmlformats.org/officeDocument/2006/relationships" r:id="Re366068ef59d4ca8"/>
    </p:embeddedFont>
    <p:embeddedFont>
      <p:font typeface="Roboto"/>
      <p:regular xmlns:r="http://schemas.openxmlformats.org/officeDocument/2006/relationships" r:id="R767ce0f4037b4165"/>
      <p:bold xmlns:r="http://schemas.openxmlformats.org/officeDocument/2006/relationships" r:id="R1b40f5e86c834d5b"/>
      <p:italic xmlns:r="http://schemas.openxmlformats.org/officeDocument/2006/relationships" r:id="R96a6fb80c8d74371"/>
      <p:boldItalic xmlns:r="http://schemas.openxmlformats.org/officeDocument/2006/relationships" r:id="R044dc4972212407d"/>
    </p:embeddedFont>
    <p:embeddedFont>
      <p:font typeface="Roboto Bold"/>
      <p:regular xmlns:r="http://schemas.openxmlformats.org/officeDocument/2006/relationships" r:id="Rc8216928ea034a59"/>
    </p:embeddedFont>
    <p:embeddedFont>
      <p:font typeface="Times New Roman Bold"/>
      <p:regular xmlns:r="http://schemas.openxmlformats.org/officeDocument/2006/relationships" r:id="R4a120b3066a34e5d"/>
      <p:bold xmlns:r="http://schemas.openxmlformats.org/officeDocument/2006/relationships" r:id="R08316419c15f4e71"/>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2378b3bfd564e76" /><Relationship Type="http://schemas.openxmlformats.org/officeDocument/2006/relationships/slideMaster" Target="/ppt/slideMasters/slideMaster1.xml" Id="R25bd6bc706d5467f" /><Relationship Type="http://schemas.openxmlformats.org/officeDocument/2006/relationships/notesMaster" Target="/ppt/notesMasters/notesMaster1.xml" Id="Rb3a09ea07f1645d6" /><Relationship Type="http://schemas.openxmlformats.org/officeDocument/2006/relationships/presProps" Target="/ppt/presProps.xml" Id="Rf484984ce0084579" /><Relationship Type="http://schemas.openxmlformats.org/officeDocument/2006/relationships/viewProps" Target="/ppt/viewProps.xml" Id="Ra5f51c6fc3d740d5" /><Relationship Type="http://schemas.openxmlformats.org/officeDocument/2006/relationships/tableStyles" Target="/ppt/tableStyles.xml" Id="Rf0982bad62b24ffc" /><Relationship Type="http://schemas.openxmlformats.org/officeDocument/2006/relationships/font" Target="/ppt/fonts/font.dat" Id="R9de7e7459b284eaa" /><Relationship Type="http://schemas.openxmlformats.org/officeDocument/2006/relationships/font" Target="/ppt/fonts/font2.dat" Id="R791f593b8b4d4f2b" /><Relationship Type="http://schemas.openxmlformats.org/officeDocument/2006/relationships/font" Target="/ppt/fonts/font3.dat" Id="R8c091be11db04450" /><Relationship Type="http://schemas.openxmlformats.org/officeDocument/2006/relationships/font" Target="/ppt/fonts/font4.dat" Id="R04c7672161764816" /><Relationship Type="http://schemas.openxmlformats.org/officeDocument/2006/relationships/font" Target="/ppt/fonts/font5.dat" Id="R5ee7cc8cd0ad4461" /><Relationship Type="http://schemas.openxmlformats.org/officeDocument/2006/relationships/font" Target="/ppt/fonts/font6.dat" Id="Rf2c83f8953f84198" /><Relationship Type="http://schemas.openxmlformats.org/officeDocument/2006/relationships/font" Target="/ppt/fonts/font7.dat" Id="R49eadb0c23ae460b" /><Relationship Type="http://schemas.openxmlformats.org/officeDocument/2006/relationships/font" Target="/ppt/fonts/font8.dat" Id="Rf55a5fd324b9454e" /><Relationship Type="http://schemas.openxmlformats.org/officeDocument/2006/relationships/font" Target="/ppt/fonts/font9.dat" Id="R66d425366cd84ed1" /><Relationship Type="http://schemas.openxmlformats.org/officeDocument/2006/relationships/font" Target="/ppt/fonts/font10.dat" Id="R51df0aa1672e4c3d" /><Relationship Type="http://schemas.openxmlformats.org/officeDocument/2006/relationships/font" Target="/ppt/fonts/font11.dat" Id="Rd086abc8b48e483b" /><Relationship Type="http://schemas.openxmlformats.org/officeDocument/2006/relationships/font" Target="/ppt/fonts/font12.dat" Id="R7f7ba744fda04e09" /><Relationship Type="http://schemas.openxmlformats.org/officeDocument/2006/relationships/font" Target="/ppt/fonts/font13.dat" Id="R87c95c175f6d41ff" /><Relationship Type="http://schemas.openxmlformats.org/officeDocument/2006/relationships/font" Target="/ppt/fonts/font14.dat" Id="R2dfb5ebd61c64331" /><Relationship Type="http://schemas.openxmlformats.org/officeDocument/2006/relationships/font" Target="/ppt/fonts/font15.dat" Id="Re366068ef59d4ca8" /><Relationship Type="http://schemas.openxmlformats.org/officeDocument/2006/relationships/font" Target="/ppt/fonts/font16.dat" Id="R767ce0f4037b4165" /><Relationship Type="http://schemas.openxmlformats.org/officeDocument/2006/relationships/font" Target="/ppt/fonts/font17.dat" Id="R1b40f5e86c834d5b" /><Relationship Type="http://schemas.openxmlformats.org/officeDocument/2006/relationships/font" Target="/ppt/fonts/font18.dat" Id="R96a6fb80c8d74371" /><Relationship Type="http://schemas.openxmlformats.org/officeDocument/2006/relationships/font" Target="/ppt/fonts/font19.dat" Id="R044dc4972212407d" /><Relationship Type="http://schemas.openxmlformats.org/officeDocument/2006/relationships/font" Target="/ppt/fonts/font20.dat" Id="Rc8216928ea034a59" /><Relationship Type="http://schemas.openxmlformats.org/officeDocument/2006/relationships/font" Target="/ppt/fonts/font21.dat" Id="R4a120b3066a34e5d" /><Relationship Type="http://schemas.openxmlformats.org/officeDocument/2006/relationships/font" Target="/ppt/fonts/font22.dat" Id="R08316419c15f4e71" /><Relationship Type="http://schemas.openxmlformats.org/officeDocument/2006/relationships/slide" Target="/ppt/slides/slide1.xml" Id="R9acf14e514684baa" /><Relationship Type="http://schemas.openxmlformats.org/officeDocument/2006/relationships/slide" Target="/ppt/slides/slide2.xml" Id="R915449c95cb3439a" /><Relationship Type="http://schemas.openxmlformats.org/officeDocument/2006/relationships/slide" Target="/ppt/slides/slide3.xml" Id="R452d5b1fe95341db" /><Relationship Type="http://schemas.openxmlformats.org/officeDocument/2006/relationships/slide" Target="/ppt/slides/slide4.xml" Id="R0025835fc98742fd" /><Relationship Type="http://schemas.openxmlformats.org/officeDocument/2006/relationships/slide" Target="/ppt/slides/slide5.xml" Id="R4d11fc1886ed4405" /><Relationship Type="http://schemas.openxmlformats.org/officeDocument/2006/relationships/slide" Target="/ppt/slides/slide6.xml" Id="R33832e0b47e047e1" /><Relationship Type="http://schemas.openxmlformats.org/officeDocument/2006/relationships/slide" Target="/ppt/slides/slide7.xml" Id="R1e5029ed90a64c4c" /><Relationship Type="http://schemas.openxmlformats.org/officeDocument/2006/relationships/slide" Target="/ppt/slides/slide8.xml" Id="R60c807a820154ea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08e738d39c4e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8b312eccf824b61" /><Relationship Type="http://schemas.openxmlformats.org/officeDocument/2006/relationships/notesMaster" Target="/ppt/notesMasters/notesMaster1.xml" Id="R330caec165694967" /></Relationships>
</file>

<file path=ppt/notesSlides/_rels/notesSlide2.xml.rels>&#65279;<?xml version="1.0" encoding="utf-8"?><Relationships xmlns="http://schemas.openxmlformats.org/package/2006/relationships"><Relationship Type="http://schemas.openxmlformats.org/officeDocument/2006/relationships/slide" Target="/ppt/slides/slide2.xml" Id="Rf12ff0dbce134d4d" /><Relationship Type="http://schemas.openxmlformats.org/officeDocument/2006/relationships/notesMaster" Target="/ppt/notesMasters/notesMaster1.xml" Id="Rb695d5631a72424b" /></Relationships>
</file>

<file path=ppt/notesSlides/_rels/notesSlide3.xml.rels>&#65279;<?xml version="1.0" encoding="utf-8"?><Relationships xmlns="http://schemas.openxmlformats.org/package/2006/relationships"><Relationship Type="http://schemas.openxmlformats.org/officeDocument/2006/relationships/slide" Target="/ppt/slides/slide3.xml" Id="R1d49e82c3a25433a" /><Relationship Type="http://schemas.openxmlformats.org/officeDocument/2006/relationships/notesMaster" Target="/ppt/notesMasters/notesMaster1.xml" Id="Rfd882bdc7e454f87" /></Relationships>
</file>

<file path=ppt/notesSlides/_rels/notesSlide4.xml.rels>&#65279;<?xml version="1.0" encoding="utf-8"?><Relationships xmlns="http://schemas.openxmlformats.org/package/2006/relationships"><Relationship Type="http://schemas.openxmlformats.org/officeDocument/2006/relationships/slide" Target="/ppt/slides/slide4.xml" Id="R30ef73a1d96741a2" /><Relationship Type="http://schemas.openxmlformats.org/officeDocument/2006/relationships/notesMaster" Target="/ppt/notesMasters/notesMaster1.xml" Id="R78d6cb9fff5348dc" /></Relationships>
</file>

<file path=ppt/notesSlides/_rels/notesSlide5.xml.rels>&#65279;<?xml version="1.0" encoding="utf-8"?><Relationships xmlns="http://schemas.openxmlformats.org/package/2006/relationships"><Relationship Type="http://schemas.openxmlformats.org/officeDocument/2006/relationships/slide" Target="/ppt/slides/slide5.xml" Id="Rd7bb7f86d0574ed0" /><Relationship Type="http://schemas.openxmlformats.org/officeDocument/2006/relationships/notesMaster" Target="/ppt/notesMasters/notesMaster1.xml" Id="R8e872bf227424b0f" /></Relationships>
</file>

<file path=ppt/notesSlides/_rels/notesSlide6.xml.rels>&#65279;<?xml version="1.0" encoding="utf-8"?><Relationships xmlns="http://schemas.openxmlformats.org/package/2006/relationships"><Relationship Type="http://schemas.openxmlformats.org/officeDocument/2006/relationships/slide" Target="/ppt/slides/slide6.xml" Id="R4a3f223a1f8c437f" /><Relationship Type="http://schemas.openxmlformats.org/officeDocument/2006/relationships/notesMaster" Target="/ppt/notesMasters/notesMaster1.xml" Id="R153819f90bab4057" /></Relationships>
</file>

<file path=ppt/notesSlides/_rels/notesSlide7.xml.rels>&#65279;<?xml version="1.0" encoding="utf-8"?><Relationships xmlns="http://schemas.openxmlformats.org/package/2006/relationships"><Relationship Type="http://schemas.openxmlformats.org/officeDocument/2006/relationships/slide" Target="/ppt/slides/slide7.xml" Id="R31f5403befcd473b" /><Relationship Type="http://schemas.openxmlformats.org/officeDocument/2006/relationships/notesMaster" Target="/ppt/notesMasters/notesMaster1.xml" Id="R61f17cd11ae941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3914d950c94d45b6" /><Relationship Type="http://schemas.openxmlformats.org/officeDocument/2006/relationships/notesMaster" Target="/ppt/notesMasters/notesMaster1.xml" Id="Re531f269e27e4ae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SIH Problem Statement 26045, Ministry of Ayush / All India Institute of Ayurveda. Official problem title: IP-SAKTI Sahayak, a multilingual, RAG-based (source-cited) AI assistant for Intellectual Property and regulatory guidance in Ayurveda, across national and international regimes. Team ID remains unassigned in the supplied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design. Regulatory classification does not establish patentability or ABS compliance. ABS means Access and Benefit Sharing. Product Passport fact collection is progressive and unnecessary for general information queries. Research rationale: https://arxiv.org/abs/2405.20362 and https://aclanthology.org/2023.emnlp-main.398/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workflow. Rules use met/not_met/unknown conditions and reviewed provision references. Missing decisive facts can trigger clarification or partial guidance. Verification includes source IDs, exact passages, jurisdiction, dates, conditions and semantic support. At most one retrieval repair is allowed. General information bypasses product classification. Only verified sections reach the user. https://aclanthology.org/2023.emnlp-main.398/ https://arxiv.org/abs/2310.11511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technology stack, not an implemented or benchmark-proven system. Qwen3-8B retains the supplied deck's generator as an evaluation candidate, not a selected production winner. BGE-M3 is a retrieval candidate. PostgreSQL FTS ranking is not BM25. Reranker and generator revisions will be selected and pinned using the project benchmark and available hardware. BHASHINI processing requires approved data handling. https://arxiv.org/abs/2402.03216 https://www.postgresql.org/docs/current/textsearch-controls.html https://github.com/AI4Bharat/IndicTrans2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features. Claim verification reduces risk but cannot guarantee correctness. Evidence-support labels are not confidence probabilities. For international requests, treaty frameworks and target-country market access remain distinct. https://arxiv.org/abs/2405.20362 https://aclanthology.org/2023.emnlp-main.398/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scope and acceptance targets, not achieved results. Begin with 30 expert-reviewed cases and grow to approximately 150 independent base cases, with separate paired Hindi variants. Assess answer correctness, citation completeness, unnecessary abstention, jurisdiction leakage, latency and cost as well. Any observed critical fabricated authority or wrong-jurisdiction obligation blocks release. Keep unreviewed routes explicitly unsupported. Corpus update example: NBA lists the 2025 ABS Regulations at https://nbaindia.nic.in/public-information/notification-guidelines . Evaluation methodologies: https://arxiv.org/abs/2408.10343 and https://arxiv.org/abs/2603.01710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expected benefits to validate in a pilot, not measured outcomes. Do not interpret guidance as a guarantee of compliance, patent grant, market entry or protection from misappropriation. TK means traditional knowledge. Compare expert review effort and user comprehension alongside correctness and citation quality.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sources and research references. Additional links: https://www.ipindia.gov.in/ https://fssai.gov.in/upload/notifications/2022/05/62789a20b54bdGazette_Notification_Ayurveda_Aahara_09_05_2022.pdf https://www.tkdl.res.in/ https://bhashini.gov.in/ https://arxiv.org/abs/2202.00216 https://arxiv.org/abs/2405.20362 . Source access and reuse terms require review before ingestion. Research supports individual design choices, not a proven best complete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693c5f461f4bb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97ea500f12e44a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6ae366fc396416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2f8645113814bd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9549f8c38794f7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aea805fefe442f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8b800e389a54cb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5834d3a3a774cd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764e836432a4ec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e963258ea8c499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2364cbf7782486c"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3DE10E8-A66D-4CF0-B477-D76512E8BA42}"/>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A2BBAC73-8ADB-4E48-8FFA-4BD0CE8C92F6}"/>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9B260469-5DE6-4D3A-AFCB-2DDFA38D4DD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5" name="Footer Placeholder 4">
            <a:extLst xmlns:a="http://schemas.openxmlformats.org/drawingml/2006/main">
              <a:ext uri="{FF2B5EF4-FFF2-40B4-BE49-F238E27FC236}">
                <a16:creationId xmlns:a16="http://schemas.microsoft.com/office/drawing/2014/main" id="{63184D93-A87C-4454-BA3F-2526FB9D815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93BB5A0-D8DC-466B-896B-079C185AAAD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AAA35D6-12DD-4CD6-AADE-240F99B9451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49E96040-2E70-4F01-B0D9-613263FA53E8}"/>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5A579C19-DF7F-4469-BFEA-2E39F7EBDCB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5" name="Footer Placeholder 4">
            <a:extLst xmlns:a="http://schemas.openxmlformats.org/drawingml/2006/main">
              <a:ext uri="{FF2B5EF4-FFF2-40B4-BE49-F238E27FC236}">
                <a16:creationId xmlns:a16="http://schemas.microsoft.com/office/drawing/2014/main" id="{180BE53B-C216-4FB2-B334-7DB6B69F777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7181EBC-FD91-4B0E-BC42-CC4EB96FFB5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B3C6F52-DD1B-4D69-90C1-B5AF1D837522}"/>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3D9CC0E9-7281-4A87-8706-48481BF5AAB1}"/>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CC833DEA-1E71-47A3-9C6E-9931C00F431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5" name="Footer Placeholder 4">
            <a:extLst xmlns:a="http://schemas.openxmlformats.org/drawingml/2006/main">
              <a:ext uri="{FF2B5EF4-FFF2-40B4-BE49-F238E27FC236}">
                <a16:creationId xmlns:a16="http://schemas.microsoft.com/office/drawing/2014/main" id="{5D5981EA-B652-46AB-99E9-44857372B97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2566777-EE6D-4092-8534-EBD0A9CA46B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6D46691-5F7F-4741-A4E0-1A9A0E580C4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411C8D15-7245-46B6-80C2-5FC46C32EC20}"/>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FA50AC73-DF2D-4E7B-A9D8-BF400467189A}"/>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8A56396A-B716-4942-9292-0C3F0BD5BDE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6" name="Footer Placeholder 5">
            <a:extLst xmlns:a="http://schemas.openxmlformats.org/drawingml/2006/main">
              <a:ext uri="{FF2B5EF4-FFF2-40B4-BE49-F238E27FC236}">
                <a16:creationId xmlns:a16="http://schemas.microsoft.com/office/drawing/2014/main" id="{117BD2AE-B04B-4160-A4C4-79BD99974CC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A324080-DBC6-4877-8655-98781151DC6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69E23BB-1E05-4BF8-AB97-6663173D2BC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3C744182-8475-4E0E-9D19-923532BB8EBB}"/>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34D8CA08-6373-44F4-ACC3-752CCE9AB72B}"/>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E1BF79CA-8EA3-4475-B156-0230177906BC}"/>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FB6C2FF0-0785-4E12-B83F-8CECD2C64A7B}"/>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4C199B4C-9956-4EF6-A33B-FDDE0171028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8" name="Footer Placeholder 7">
            <a:extLst xmlns:a="http://schemas.openxmlformats.org/drawingml/2006/main">
              <a:ext uri="{FF2B5EF4-FFF2-40B4-BE49-F238E27FC236}">
                <a16:creationId xmlns:a16="http://schemas.microsoft.com/office/drawing/2014/main" id="{080C1A85-A0AC-45C8-B74B-393C578D866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CEF28360-0861-43E6-978C-7943F561090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A5A1684-DABC-451E-89F1-DF31B1612B0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CAD5545B-AD50-4982-AE76-EB3D2662047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4" name="Footer Placeholder 3">
            <a:extLst xmlns:a="http://schemas.openxmlformats.org/drawingml/2006/main">
              <a:ext uri="{FF2B5EF4-FFF2-40B4-BE49-F238E27FC236}">
                <a16:creationId xmlns:a16="http://schemas.microsoft.com/office/drawing/2014/main" id="{0F838FC1-AB52-4678-8534-A2ED1DC48E2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488CC11D-E393-435E-A6D8-FF566782C2C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CC8F1E2A-6EFE-4F3F-A472-8C60B7CF7C4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3" name="Footer Placeholder 2">
            <a:extLst xmlns:a="http://schemas.openxmlformats.org/drawingml/2006/main">
              <a:ext uri="{FF2B5EF4-FFF2-40B4-BE49-F238E27FC236}">
                <a16:creationId xmlns:a16="http://schemas.microsoft.com/office/drawing/2014/main" id="{D4FA2CBC-4424-4FDA-A7AC-5AA4135517D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14C832E4-E7EB-4BD7-89C9-C92AD68189C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22B6A20-BB1F-4B92-BB3D-9C1294F1AB5B}"/>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8D66503F-8336-490F-BC6C-427AF9E4898D}"/>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2C6EDA6B-74A7-45D6-A344-7B1A3692CC77}"/>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B2D1C946-B388-4C79-B0E3-2C921E280DB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6" name="Footer Placeholder 5">
            <a:extLst xmlns:a="http://schemas.openxmlformats.org/drawingml/2006/main">
              <a:ext uri="{FF2B5EF4-FFF2-40B4-BE49-F238E27FC236}">
                <a16:creationId xmlns:a16="http://schemas.microsoft.com/office/drawing/2014/main" id="{FEAF309B-0A90-4D81-8D53-C149A9BFA5B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E01912D-4CAB-4451-B40B-20412FD2D6D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E8E81B9-022B-48C7-8A64-0A99A2607A79}"/>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AC44DA64-7174-4062-9428-75304DB4F2DE}"/>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FA10BC0A-1855-45CA-8C91-068EA88C4440}"/>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014E52D-E223-4CD1-8371-3FC10DE0257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6" name="Footer Placeholder 5">
            <a:extLst xmlns:a="http://schemas.openxmlformats.org/drawingml/2006/main">
              <a:ext uri="{FF2B5EF4-FFF2-40B4-BE49-F238E27FC236}">
                <a16:creationId xmlns:a16="http://schemas.microsoft.com/office/drawing/2014/main" id="{C5E38D73-E83B-4D60-969C-684CBC04CDA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6EFDCA0-2EB1-4B8C-ABE2-FE7BF71593A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BA88849-32C4-4890-8CD6-D9DD58CFD28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D801F365-5DEE-46C9-A5B8-0F51544F7AE1}"/>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E50E1EF4-D04A-4F3A-8A6B-588C61A7F8F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5" name="Footer Placeholder 4">
            <a:extLst xmlns:a="http://schemas.openxmlformats.org/drawingml/2006/main">
              <a:ext uri="{FF2B5EF4-FFF2-40B4-BE49-F238E27FC236}">
                <a16:creationId xmlns:a16="http://schemas.microsoft.com/office/drawing/2014/main" id="{D03ADF37-85C0-4E38-A5E1-4A70DD882F3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5298104-D6DB-4D8F-B052-A5EE1C494E8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E797A21A-FB6B-498F-82F3-51D5EFB6E502}"/>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B4A4DCEA-9D5C-4980-AEAB-6D2050A4CDE3}"/>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46C7D65-1F52-4BF5-95CD-10912674BA3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5" name="Footer Placeholder 4">
            <a:extLst xmlns:a="http://schemas.openxmlformats.org/drawingml/2006/main">
              <a:ext uri="{FF2B5EF4-FFF2-40B4-BE49-F238E27FC236}">
                <a16:creationId xmlns:a16="http://schemas.microsoft.com/office/drawing/2014/main" id="{138C035D-3661-484A-BB16-9FEC1895098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5F9D154-06BD-4F11-AA2E-F7E6391800B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6829ab4510947bd" /><Relationship Type="http://schemas.openxmlformats.org/officeDocument/2006/relationships/slideLayout" Target="/ppt/slideLayouts/slideLayout1.xml" Id="R6c4315fc825e4f72" /><Relationship Type="http://schemas.openxmlformats.org/officeDocument/2006/relationships/slideLayout" Target="/ppt/slideLayouts/slideLayout2.xml" Id="R1e2366ca77f24552" /><Relationship Type="http://schemas.openxmlformats.org/officeDocument/2006/relationships/slideLayout" Target="/ppt/slideLayouts/slideLayout3.xml" Id="R8e3753e1f6214f62" /><Relationship Type="http://schemas.openxmlformats.org/officeDocument/2006/relationships/slideLayout" Target="/ppt/slideLayouts/slideLayout4.xml" Id="R5efa9a34af08427c" /><Relationship Type="http://schemas.openxmlformats.org/officeDocument/2006/relationships/slideLayout" Target="/ppt/slideLayouts/slideLayout5.xml" Id="Rdab78c1a1b964529" /><Relationship Type="http://schemas.openxmlformats.org/officeDocument/2006/relationships/slideLayout" Target="/ppt/slideLayouts/slideLayout6.xml" Id="R65e0c5308fd04ec9" /><Relationship Type="http://schemas.openxmlformats.org/officeDocument/2006/relationships/slideLayout" Target="/ppt/slideLayouts/slideLayout7.xml" Id="Rdccbae499fdb41f0" /><Relationship Type="http://schemas.openxmlformats.org/officeDocument/2006/relationships/slideLayout" Target="/ppt/slideLayouts/slideLayout8.xml" Id="Rede19a605caf4c2e" /><Relationship Type="http://schemas.openxmlformats.org/officeDocument/2006/relationships/slideLayout" Target="/ppt/slideLayouts/slideLayout9.xml" Id="R251ac8762a004e95" /><Relationship Type="http://schemas.openxmlformats.org/officeDocument/2006/relationships/slideLayout" Target="/ppt/slideLayouts/slideLayout10.xml" Id="Rd9ea837c451a49cb" /><Relationship Type="http://schemas.openxmlformats.org/officeDocument/2006/relationships/slideLayout" Target="/ppt/slideLayouts/slideLayout11.xml" Id="R4c404eb16fd54ab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C4E4527E-E980-47A1-AFDF-AEA60F532A7B}"/>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25F24351-7E1B-479D-9B45-7C5DB182185D}"/>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35292196-D7EB-4E94-BCA1-37FA11D0681B}"/>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9/2/2026</a:t>
            </a:fld>
            <a:endParaRPr/>
          </a:p>
        </p:txBody>
      </p:sp>
      <p:sp>
        <p:nvSpPr>
          <p:cNvPr id="5" name="Footer Placeholder 4">
            <a:extLst xmlns:a="http://schemas.openxmlformats.org/drawingml/2006/main">
              <a:ext uri="{FF2B5EF4-FFF2-40B4-BE49-F238E27FC236}">
                <a16:creationId xmlns:a16="http://schemas.microsoft.com/office/drawing/2014/main" id="{293548E7-94B6-4AEB-960A-7328D1612971}"/>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91CB468-F8A2-4DC5-A240-4ED533B85FCB}"/>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4315fc825e4f72"/>
    <p:sldLayoutId xmlns:r="http://schemas.openxmlformats.org/officeDocument/2006/relationships" id="2147483650" r:id="R1e2366ca77f24552"/>
    <p:sldLayoutId xmlns:r="http://schemas.openxmlformats.org/officeDocument/2006/relationships" id="2147483651" r:id="R8e3753e1f6214f62"/>
    <p:sldLayoutId xmlns:r="http://schemas.openxmlformats.org/officeDocument/2006/relationships" id="2147483652" r:id="R5efa9a34af08427c"/>
    <p:sldLayoutId xmlns:r="http://schemas.openxmlformats.org/officeDocument/2006/relationships" id="2147483653" r:id="Rdab78c1a1b964529"/>
    <p:sldLayoutId xmlns:r="http://schemas.openxmlformats.org/officeDocument/2006/relationships" id="2147483654" r:id="R65e0c5308fd04ec9"/>
    <p:sldLayoutId xmlns:r="http://schemas.openxmlformats.org/officeDocument/2006/relationships" id="2147483655" r:id="Rdccbae499fdb41f0"/>
    <p:sldLayoutId xmlns:r="http://schemas.openxmlformats.org/officeDocument/2006/relationships" id="2147483656" r:id="Rede19a605caf4c2e"/>
    <p:sldLayoutId xmlns:r="http://schemas.openxmlformats.org/officeDocument/2006/relationships" id="2147483657" r:id="R251ac8762a004e95"/>
    <p:sldLayoutId xmlns:r="http://schemas.openxmlformats.org/officeDocument/2006/relationships" id="2147483658" r:id="Rd9ea837c451a49cb"/>
    <p:sldLayoutId xmlns:r="http://schemas.openxmlformats.org/officeDocument/2006/relationships" id="2147483659" r:id="R4c404eb16fd54abb"/>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37d9bbda1dcf4fad" /><Relationship Type="http://schemas.openxmlformats.org/officeDocument/2006/relationships/image" Target="/ppt/media/image.png" Id="R48ed97bf4ea14c7b" /><Relationship Type="http://schemas.openxmlformats.org/officeDocument/2006/relationships/image" Target="/ppt/media/image.svg" Id="R46865353e395426d" /><Relationship Type="http://schemas.openxmlformats.org/officeDocument/2006/relationships/image" Target="/ppt/media/image2.png" Id="Reb49287eb7cb42fe" /><Relationship Type="http://schemas.openxmlformats.org/officeDocument/2006/relationships/image" Target="/ppt/media/image3.png" Id="R5fd0b8be817c4654" /><Relationship Type="http://schemas.openxmlformats.org/officeDocument/2006/relationships/notesSlide" Target="/ppt/notesSlides/notesSlide1.xml" Id="Rddb482e43e80447a"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ab03487f12a04b11" /><Relationship Type="http://schemas.openxmlformats.org/officeDocument/2006/relationships/image" Target="/ppt/media/image4.png" Id="R7473488c6e2a4547" /><Relationship Type="http://schemas.openxmlformats.org/officeDocument/2006/relationships/image" Target="/ppt/media/image2.svg" Id="R8d3758eb19684995" /><Relationship Type="http://schemas.openxmlformats.org/officeDocument/2006/relationships/image" Target="/ppt/media/image3.png" Id="R74975526603349e4" /><Relationship Type="http://schemas.openxmlformats.org/officeDocument/2006/relationships/notesSlide" Target="/ppt/notesSlides/notesSlide2.xml" Id="R141a6e1d79784b18"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1be64640c3e7482d" /><Relationship Type="http://schemas.openxmlformats.org/officeDocument/2006/relationships/image" Target="/ppt/media/image3.png" Id="R12762d17538a49d5" /><Relationship Type="http://schemas.openxmlformats.org/officeDocument/2006/relationships/image" Target="/ppt/media/image5.png" Id="Re5131c412cdb43fe" /><Relationship Type="http://schemas.openxmlformats.org/officeDocument/2006/relationships/image" Target="/ppt/media/image3.svg" Id="Rc469ba8426fa445c" /><Relationship Type="http://schemas.openxmlformats.org/officeDocument/2006/relationships/notesSlide" Target="/ppt/notesSlides/notesSlide3.xml" Id="R6622e4a7aec04ce5"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dacc4f1526304bd7" /><Relationship Type="http://schemas.openxmlformats.org/officeDocument/2006/relationships/image" Target="/ppt/media/image3.png" Id="R380db719cb404293" /><Relationship Type="http://schemas.openxmlformats.org/officeDocument/2006/relationships/image" Target="/ppt/media/image5.png" Id="R13e7c7c26fcc4d52" /><Relationship Type="http://schemas.openxmlformats.org/officeDocument/2006/relationships/image" Target="/ppt/media/image3.svg" Id="R2aa5e39ce7c14582" /><Relationship Type="http://schemas.openxmlformats.org/officeDocument/2006/relationships/notesSlide" Target="/ppt/notesSlides/notesSlide4.xml" Id="R14c01addc4b34803"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36605616a6ec4a76" /><Relationship Type="http://schemas.openxmlformats.org/officeDocument/2006/relationships/image" Target="/ppt/media/image3.png" Id="Rc2923ff303f6425f" /><Relationship Type="http://schemas.openxmlformats.org/officeDocument/2006/relationships/image" Target="/ppt/media/image6.png" Id="R939d94f460434da7" /><Relationship Type="http://schemas.openxmlformats.org/officeDocument/2006/relationships/image" Target="/ppt/media/image4.svg" Id="R55ea8222250740dc" /><Relationship Type="http://schemas.openxmlformats.org/officeDocument/2006/relationships/notesSlide" Target="/ppt/notesSlides/notesSlide5.xml" Id="R69ef0e1fa1f445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3bd673bc69d34dbc" /><Relationship Type="http://schemas.openxmlformats.org/officeDocument/2006/relationships/image" Target="/ppt/media/image7.png" Id="R5e10112c1df7458f" /><Relationship Type="http://schemas.openxmlformats.org/officeDocument/2006/relationships/image" Target="/ppt/media/image5.svg" Id="R7435a8fe2c3a4067" /><Relationship Type="http://schemas.openxmlformats.org/officeDocument/2006/relationships/image" Target="/ppt/media/image8.png" Id="R4e96bd47f6264600" /><Relationship Type="http://schemas.openxmlformats.org/officeDocument/2006/relationships/notesSlide" Target="/ppt/notesSlides/notesSlide6.xml" Id="Rf1f2dec697f04d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d1dc80c3c7914c5a" /><Relationship Type="http://schemas.openxmlformats.org/officeDocument/2006/relationships/image" Target="/ppt/media/image3.png" Id="R16748cc0917d4b8f" /><Relationship Type="http://schemas.openxmlformats.org/officeDocument/2006/relationships/image" Target="/ppt/media/image4.png" Id="Ref192451a0714038" /><Relationship Type="http://schemas.openxmlformats.org/officeDocument/2006/relationships/image" Target="/ppt/media/image2.svg" Id="Ra6dc4b590a84414b" /><Relationship Type="http://schemas.openxmlformats.org/officeDocument/2006/relationships/notesSlide" Target="/ppt/notesSlides/notesSlide7.xml" Id="Re21cc4349ec44428"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9d5e99d09db3439e" /><Relationship Type="http://schemas.openxmlformats.org/officeDocument/2006/relationships/image" Target="/ppt/media/image9.png" Id="R72f79f9b769f43b0" /><Relationship Type="http://schemas.openxmlformats.org/officeDocument/2006/relationships/hyperlink" Target="https://www.indiacode.nic.in/handle/123456789/1392" TargetMode="External" Id="Reaaf47cdf3ab4c35" /><Relationship Type="http://schemas.openxmlformats.org/officeDocument/2006/relationships/hyperlink" Target="https://www.cdsco.gov.in/opencms/opencms/en/Traditional_Drugs/" TargetMode="External" Id="R8d52c799804f4bff" /><Relationship Type="http://schemas.openxmlformats.org/officeDocument/2006/relationships/hyperlink" Target="https://nbaindia.nic.in/public-information/notification-guidelines" TargetMode="External" Id="Rf8509100adff4c14" /><Relationship Type="http://schemas.openxmlformats.org/officeDocument/2006/relationships/hyperlink" Target="https://www.wipo.int/en/web/treaties/ip/gratk" TargetMode="External" Id="R006dd4f26e674cea" /><Relationship Type="http://schemas.openxmlformats.org/officeDocument/2006/relationships/hyperlink" Target="https://aclanthology.org/2023.emnlp-main.398/" TargetMode="External" Id="R2ce8146481f74eec" /><Relationship Type="http://schemas.openxmlformats.org/officeDocument/2006/relationships/hyperlink" Target="https://arxiv.org/abs/2408.10343" TargetMode="External" Id="R8a186223909941be" /><Relationship Type="http://schemas.openxmlformats.org/officeDocument/2006/relationships/hyperlink" Target="https://arxiv.org/abs/2402.03216" TargetMode="External" Id="Rc7b4174cf5ff46e5" /><Relationship Type="http://schemas.openxmlformats.org/officeDocument/2006/relationships/hyperlink" Target="https://arxiv.org/abs/2305.16307" TargetMode="External" Id="R85e09d24f43943b2" /><Relationship Type="http://schemas.openxmlformats.org/officeDocument/2006/relationships/notesSlide" Target="/ppt/notesSlides/notesSlide8.xml" Id="Rf8b08b7a6c9845a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F2D55980-E854-4D63-8A1D-B2E38B52B87D}"/>
              </a:ext>
            </a:extLst>
          </p:cNvPr>
          <p:cNvSpPr>
            <a:spLocks xmlns:a="http://schemas.openxmlformats.org/drawingml/2006/main" noGrp="1"/>
          </p:cNvSpPr>
          <p:nvPr/>
        </p:nvSpPr>
        <p:spPr>
          <a:xfrm xmlns:a="http://schemas.openxmlformats.org/drawingml/2006/main">
            <a:off x="5657821" y="847725"/>
            <a:ext cx="4638675" cy="5162550"/>
          </a:xfrm>
          <a:custGeom xmlns:a="http://schemas.openxmlformats.org/drawingml/2006/main">
            <a:rect l="l" t="t" r="r" b="b"/>
            <a:pathLst>
              <a:path w="4638675" h="5162550">
                <a:moveTo>
                  <a:pt x="0" y="0"/>
                </a:moveTo>
                <a:lnTo>
                  <a:pt x="4638675" y="0"/>
                </a:lnTo>
                <a:lnTo>
                  <a:pt x="4638675" y="5162550"/>
                </a:lnTo>
                <a:lnTo>
                  <a:pt x="0" y="5162550"/>
                </a:lnTo>
                <a:lnTo>
                  <a:pt x="0" y="0"/>
                </a:lnTo>
                <a:close/>
              </a:path>
            </a:pathLst>
          </a:custGeom>
          <a:blipFill xmlns:a="http://schemas.openxmlformats.org/drawingml/2006/main">
            <a:blip xmlns:r="http://schemas.openxmlformats.org/officeDocument/2006/relationships" r:embed="R48ed97bf4ea14c7b">
              <a:extLst>
                <a:ext uri="{96DAC541-7B7A-43D3-8B79-37D633B846F1}">
                  <asvg:svgBlip xmlns:asvg="http://schemas.microsoft.com/office/drawing/2016/SVG/main" r:embed="R46865353e395426d"/>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3BF98515-0013-4625-BD53-DDBB0B0232A5}"/>
              </a:ext>
            </a:extLst>
          </p:cNvPr>
          <p:cNvSpPr>
            <a:spLocks xmlns:a="http://schemas.openxmlformats.org/drawingml/2006/main" noGrp="1"/>
          </p:cNvSpPr>
          <p:nvPr/>
        </p:nvSpPr>
        <p:spPr>
          <a:xfrm xmlns:a="http://schemas.openxmlformats.org/drawingml/2006/main" rot="0" flipH="0" flipV="0">
            <a:off x="6858000" y="1714500"/>
            <a:ext cx="3200400" cy="3429000"/>
          </a:xfrm>
          <a:custGeom xmlns:a="http://schemas.openxmlformats.org/drawingml/2006/main">
            <a:rect l="l" t="t" r="r" b="b"/>
            <a:pathLst>
              <a:path w="4267200" h="4572000">
                <a:moveTo>
                  <a:pt x="0" y="0"/>
                </a:moveTo>
                <a:lnTo>
                  <a:pt x="4267200" y="0"/>
                </a:lnTo>
                <a:lnTo>
                  <a:pt x="4267200" y="4572000"/>
                </a:lnTo>
                <a:lnTo>
                  <a:pt x="0" y="4572000"/>
                </a:lnTo>
                <a:lnTo>
                  <a:pt x="0" y="0"/>
                </a:lnTo>
                <a:close/>
              </a:path>
            </a:pathLst>
          </a:custGeom>
          <a:blipFill xmlns:a="http://schemas.openxmlformats.org/drawingml/2006/main">
            <a:blip xmlns:r="http://schemas.openxmlformats.org/officeDocument/2006/relationships" r:embed="Reb49287eb7cb42fe"/>
            <a:stretch>
              <a:fillRect l="0" t="0" r="0" b="0"/>
            </a:stretch>
          </a:blipFill>
        </p:spPr>
      </p:sp>
      <p:sp>
        <p:nvSpPr>
          <p:cNvPr id="6" name="Freeform 6">
            <a:extLst xmlns:a="http://schemas.openxmlformats.org/drawingml/2006/main">
              <a:ext uri="{FF2B5EF4-FFF2-40B4-BE49-F238E27FC236}">
                <a16:creationId xmlns:a16="http://schemas.microsoft.com/office/drawing/2014/main" id="{7E442536-0A66-47F5-9A10-7F4485684B99}"/>
              </a:ext>
            </a:extLst>
          </p:cNvPr>
          <p:cNvSpPr>
            <a:spLocks xmlns:a="http://schemas.openxmlformats.org/drawingml/2006/main" noGrp="1"/>
          </p:cNvSpPr>
          <p:nvPr/>
        </p:nvSpPr>
        <p:spPr>
          <a:xfrm xmlns:a="http://schemas.openxmlformats.org/drawingml/2006/main" rot="0" flipH="0" flipV="0">
            <a:off x="9782175" y="0"/>
            <a:ext cx="2247900" cy="1066800"/>
          </a:xfrm>
          <a:custGeom xmlns:a="http://schemas.openxmlformats.org/drawingml/2006/main">
            <a:rect l="l" t="t" r="r" b="b"/>
            <a:pathLst>
              <a:path w="2997200" h="1422400">
                <a:moveTo>
                  <a:pt x="0" y="0"/>
                </a:moveTo>
                <a:lnTo>
                  <a:pt x="2997200" y="0"/>
                </a:lnTo>
                <a:lnTo>
                  <a:pt x="2997200" y="1422400"/>
                </a:lnTo>
                <a:lnTo>
                  <a:pt x="0" y="1422400"/>
                </a:lnTo>
                <a:lnTo>
                  <a:pt x="0" y="0"/>
                </a:lnTo>
                <a:close/>
              </a:path>
            </a:pathLst>
          </a:custGeom>
          <a:blipFill xmlns:a="http://schemas.openxmlformats.org/drawingml/2006/main">
            <a:blip xmlns:r="http://schemas.openxmlformats.org/officeDocument/2006/relationships" r:embed="R5fd0b8be817c4654"/>
            <a:stretch>
              <a:fillRect l="0" t="0" r="0" b="0"/>
            </a:stretch>
          </a:blipFill>
        </p:spPr>
      </p:sp>
      <p:sp>
        <p:nvSpPr>
          <p:cNvPr id="7" name="TextBox 7">
            <a:extLst xmlns:a="http://schemas.openxmlformats.org/drawingml/2006/main">
              <a:ext uri="{FF2B5EF4-FFF2-40B4-BE49-F238E27FC236}">
                <a16:creationId xmlns:a16="http://schemas.microsoft.com/office/drawing/2014/main" id="{7CE808EF-A40A-4039-82BE-2D57CBF525D3}"/>
              </a:ext>
            </a:extLst>
          </p:cNvPr>
          <p:cNvSpPr>
            <a:spLocks xmlns:a="http://schemas.openxmlformats.org/drawingml/2006/main" noGrp="1"/>
          </p:cNvSpPr>
          <p:nvPr/>
        </p:nvSpPr>
        <p:spPr>
          <a:xfrm xmlns:a="http://schemas.openxmlformats.org/drawingml/2006/main">
            <a:off x="4922510" y="138722"/>
            <a:ext cx="128892" cy="682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572"/>
              </a:lnSpc>
              <a:buNone/>
            </a:pPr>
            <a:r>
              <a:rPr sz="3980" b="1">
                <a:solidFill>
                  <a:srgbClr val="1F497D"/>
                </a:solidFill>
                <a:latin typeface="Garamond Bold"/>
                <a:ea typeface="Garamond Bold"/>
                <a:cs typeface="Garamond Bold"/>
              </a:rPr>
              <a:t> </a:t>
            </a:r>
          </a:p>
        </p:txBody>
      </p:sp>
      <p:sp>
        <p:nvSpPr>
          <p:cNvPr id="8" name="">
            <a:extLst xmlns:a="http://schemas.openxmlformats.org/drawingml/2006/main">
              <a:ext uri="{FF2B5EF4-FFF2-40B4-BE49-F238E27FC236}">
                <a16:creationId xmlns:a16="http://schemas.microsoft.com/office/drawing/2014/main" id="{7817172E-E577-457E-911E-32D95604E004}"/>
              </a:ext>
            </a:extLst>
          </p:cNvPr>
          <p:cNvSpPr>
            <a:spLocks xmlns:a="http://schemas.openxmlformats.org/drawingml/2006/main" noGrp="1"/>
          </p:cNvSpPr>
          <p:nvPr/>
        </p:nvSpPr>
        <p:spPr>
          <a:xfrm xmlns:a="http://schemas.openxmlformats.org/drawingml/2006/main">
            <a:off x="361950" y="1152525"/>
            <a:ext cx="5686425" cy="3952875"/>
          </a:xfrm>
          <a:prstGeom xmlns:a="http://schemas.openxmlformats.org/drawingml/2006/main" prst="roundRect">
            <a:avLst>
              <a:gd name="adj" fmla="val 4337"/>
            </a:avLst>
          </a:prstGeom>
          <a:solidFill xmlns:a="http://schemas.openxmlformats.org/drawingml/2006/main">
            <a:srgbClr val="EEF4FA"/>
          </a:solidFill>
          <a:ln xmlns:a="http://schemas.openxmlformats.org/drawingml/2006/main" w="9525">
            <a:solidFill>
              <a:srgbClr val="D3DFEB"/>
            </a:solidFill>
          </a:ln>
        </p:spPr>
      </p:sp>
      <p:sp>
        <p:nvSpPr>
          <p:cNvPr id="9" name="">
            <a:extLst xmlns:a="http://schemas.openxmlformats.org/drawingml/2006/main">
              <a:ext uri="{FF2B5EF4-FFF2-40B4-BE49-F238E27FC236}">
                <a16:creationId xmlns:a16="http://schemas.microsoft.com/office/drawing/2014/main" id="{710F5DB5-D3AF-492C-80D4-36F8802EC7DC}"/>
              </a:ext>
            </a:extLst>
          </p:cNvPr>
          <p:cNvSpPr>
            <a:spLocks xmlns:a="http://schemas.openxmlformats.org/drawingml/2006/main" noGrp="1"/>
          </p:cNvSpPr>
          <p:nvPr/>
        </p:nvSpPr>
        <p:spPr>
          <a:xfrm xmlns:a="http://schemas.openxmlformats.org/drawingml/2006/main">
            <a:off x="361950" y="5133975"/>
            <a:ext cx="5686425" cy="657225"/>
          </a:xfrm>
          <a:prstGeom xmlns:a="http://schemas.openxmlformats.org/drawingml/2006/main" prst="roundRect">
            <a:avLst>
              <a:gd name="adj" fmla="val 20290"/>
            </a:avLst>
          </a:prstGeom>
          <a:solidFill xmlns:a="http://schemas.openxmlformats.org/drawingml/2006/main">
            <a:srgbClr val="234F7B"/>
          </a:solidFill>
          <a:ln xmlns:a="http://schemas.openxmlformats.org/drawingml/2006/main" w="9525">
            <a:solidFill>
              <a:srgbClr val="234F7B"/>
            </a:solidFill>
          </a:ln>
        </p:spPr>
      </p:sp>
      <p:sp>
        <p:nvSpPr>
          <p:cNvPr id="10" name="">
            <a:extLst xmlns:a="http://schemas.openxmlformats.org/drawingml/2006/main">
              <a:ext uri="{FF2B5EF4-FFF2-40B4-BE49-F238E27FC236}">
                <a16:creationId xmlns:a16="http://schemas.microsoft.com/office/drawing/2014/main" id="{5840C13E-2563-4126-83D8-F309003426DF}"/>
              </a:ext>
            </a:extLst>
          </p:cNvPr>
          <p:cNvSpPr>
            <a:spLocks xmlns:a="http://schemas.openxmlformats.org/drawingml/2006/main" noGrp="1"/>
          </p:cNvSpPr>
          <p:nvPr/>
        </p:nvSpPr>
        <p:spPr>
          <a:xfrm xmlns:a="http://schemas.openxmlformats.org/drawingml/2006/main">
            <a:off x="1000125" y="209550"/>
            <a:ext cx="8715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525" b="1">
                <a:solidFill>
                  <a:srgbClr val="234F7B"/>
                </a:solidFill>
                <a:latin typeface="Arial Bold"/>
                <a:ea typeface="Arial Bold"/>
                <a:cs typeface="Arial Bold"/>
              </a:defRPr>
            </a:pPr>
            <a:r>
              <a:rPr sz="3525" b="1">
                <a:solidFill>
                  <a:srgbClr val="234F7B"/>
                </a:solidFill>
                <a:latin typeface="Arial Bold"/>
                <a:ea typeface="Arial Bold"/>
                <a:cs typeface="Arial Bold"/>
              </a:rPr>
              <a:t>SMART INDIA HACKATHON 2026</a:t>
            </a:r>
          </a:p>
        </p:txBody>
      </p:sp>
      <p:sp>
        <p:nvSpPr>
          <p:cNvPr id="11" name="">
            <a:extLst xmlns:a="http://schemas.openxmlformats.org/drawingml/2006/main">
              <a:ext uri="{FF2B5EF4-FFF2-40B4-BE49-F238E27FC236}">
                <a16:creationId xmlns:a16="http://schemas.microsoft.com/office/drawing/2014/main" id="{9387A04B-6270-4399-B287-0059058ACFF0}"/>
              </a:ext>
            </a:extLst>
          </p:cNvPr>
          <p:cNvSpPr>
            <a:spLocks xmlns:a="http://schemas.openxmlformats.org/drawingml/2006/main" noGrp="1"/>
          </p:cNvSpPr>
          <p:nvPr/>
        </p:nvSpPr>
        <p:spPr>
          <a:xfrm xmlns:a="http://schemas.openxmlformats.org/drawingml/2006/main">
            <a:off x="552450" y="1276350"/>
            <a:ext cx="552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925" b="1">
                <a:solidFill>
                  <a:srgbClr val="202C37"/>
                </a:solidFill>
                <a:latin typeface="Arial Bold"/>
                <a:ea typeface="Arial Bold"/>
                <a:cs typeface="Arial Bold"/>
              </a:defRPr>
            </a:pPr>
            <a:r>
              <a:rPr sz="2925" b="1">
                <a:solidFill>
                  <a:srgbClr val="202C37"/>
                </a:solidFill>
                <a:latin typeface="Arial Bold"/>
                <a:ea typeface="Arial Bold"/>
                <a:cs typeface="Arial Bold"/>
              </a:rPr>
              <a:t>IP-SAKTI SAHAYAK</a:t>
            </a:r>
          </a:p>
        </p:txBody>
      </p:sp>
      <p:sp>
        <p:nvSpPr>
          <p:cNvPr id="12" name="">
            <a:extLst xmlns:a="http://schemas.openxmlformats.org/drawingml/2006/main">
              <a:ext uri="{FF2B5EF4-FFF2-40B4-BE49-F238E27FC236}">
                <a16:creationId xmlns:a16="http://schemas.microsoft.com/office/drawing/2014/main" id="{0CAB5C4E-F286-45D7-B08D-0492CF2284D1}"/>
              </a:ext>
            </a:extLst>
          </p:cNvPr>
          <p:cNvSpPr>
            <a:spLocks xmlns:a="http://schemas.openxmlformats.org/drawingml/2006/main" noGrp="1"/>
          </p:cNvSpPr>
          <p:nvPr/>
        </p:nvSpPr>
        <p:spPr>
          <a:xfrm xmlns:a="http://schemas.openxmlformats.org/drawingml/2006/main">
            <a:off x="552450" y="2038350"/>
            <a:ext cx="5381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02C37"/>
                </a:solidFill>
                <a:latin typeface="Arial Bold"/>
                <a:ea typeface="Arial Bold"/>
                <a:cs typeface="Arial Bold"/>
              </a:defRPr>
            </a:pPr>
            <a:r>
              <a:rPr sz="2025" b="1">
                <a:solidFill>
                  <a:srgbClr val="202C37"/>
                </a:solidFill>
                <a:latin typeface="Arial Bold"/>
                <a:ea typeface="Arial Bold"/>
                <a:cs typeface="Arial Bold"/>
              </a:rPr>
              <a:t>Problem Statement ID: 26045</a:t>
            </a:r>
          </a:p>
        </p:txBody>
      </p:sp>
      <p:sp>
        <p:nvSpPr>
          <p:cNvPr id="13" name="">
            <a:extLst xmlns:a="http://schemas.openxmlformats.org/drawingml/2006/main">
              <a:ext uri="{FF2B5EF4-FFF2-40B4-BE49-F238E27FC236}">
                <a16:creationId xmlns:a16="http://schemas.microsoft.com/office/drawing/2014/main" id="{86E76B07-7683-4F63-928E-18BEEA1BE7CD}"/>
              </a:ext>
            </a:extLst>
          </p:cNvPr>
          <p:cNvSpPr>
            <a:spLocks xmlns:a="http://schemas.openxmlformats.org/drawingml/2006/main" noGrp="1"/>
          </p:cNvSpPr>
          <p:nvPr/>
        </p:nvSpPr>
        <p:spPr>
          <a:xfrm xmlns:a="http://schemas.openxmlformats.org/drawingml/2006/main">
            <a:off x="552450" y="2524125"/>
            <a:ext cx="5476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202C37"/>
                </a:solidFill>
                <a:latin typeface="Arial"/>
                <a:ea typeface="Arial"/>
                <a:cs typeface="Arial"/>
              </a:defRPr>
            </a:pPr>
            <a:r>
              <a:rPr sz="2100" b="0">
                <a:solidFill>
                  <a:srgbClr val="202C37"/>
                </a:solidFill>
                <a:latin typeface="Arial"/>
                <a:ea typeface="Arial"/>
                <a:cs typeface="Arial"/>
              </a:rPr>
              <a:t>Multilingual, source-cited AI assistant for</a:t>
            </a:r>
          </a:p>
          <a:p xmlns:a="http://schemas.openxmlformats.org/drawingml/2006/main">
            <a:pPr algn="l">
              <a:defRPr sz="2100" b="0">
                <a:solidFill>
                  <a:srgbClr val="202C37"/>
                </a:solidFill>
                <a:latin typeface="Arial"/>
                <a:ea typeface="Arial"/>
                <a:cs typeface="Arial"/>
              </a:defRPr>
            </a:pPr>
            <a:r>
              <a:rPr sz="2100" b="0">
                <a:solidFill>
                  <a:srgbClr val="202C37"/>
                </a:solidFill>
                <a:latin typeface="Arial"/>
                <a:ea typeface="Arial"/>
                <a:cs typeface="Arial"/>
              </a:rPr>
              <a:t>Ayurveda IP and regulatory guidance</a:t>
            </a:r>
          </a:p>
        </p:txBody>
      </p:sp>
      <p:sp>
        <p:nvSpPr>
          <p:cNvPr id="14" name="">
            <a:extLst xmlns:a="http://schemas.openxmlformats.org/drawingml/2006/main">
              <a:ext uri="{FF2B5EF4-FFF2-40B4-BE49-F238E27FC236}">
                <a16:creationId xmlns:a16="http://schemas.microsoft.com/office/drawing/2014/main" id="{96972324-830F-4BE7-94F5-A210F20C332B}"/>
              </a:ext>
            </a:extLst>
          </p:cNvPr>
          <p:cNvSpPr>
            <a:spLocks xmlns:a="http://schemas.openxmlformats.org/drawingml/2006/main" noGrp="1"/>
          </p:cNvSpPr>
          <p:nvPr/>
        </p:nvSpPr>
        <p:spPr>
          <a:xfrm xmlns:a="http://schemas.openxmlformats.org/drawingml/2006/main">
            <a:off x="552450" y="367665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02C37"/>
                </a:solidFill>
                <a:latin typeface="Arial"/>
                <a:ea typeface="Arial"/>
                <a:cs typeface="Arial"/>
              </a:defRPr>
            </a:pPr>
            <a:r>
              <a:rPr sz="1875" b="0">
                <a:solidFill>
                  <a:srgbClr val="202C37"/>
                </a:solidFill>
                <a:latin typeface="Arial"/>
                <a:ea typeface="Arial"/>
                <a:cs typeface="Arial"/>
              </a:rPr>
              <a:t>Theme: MedTech / BioTech / HealthTech</a:t>
            </a:r>
          </a:p>
        </p:txBody>
      </p:sp>
      <p:sp>
        <p:nvSpPr>
          <p:cNvPr id="15" name="">
            <a:extLst xmlns:a="http://schemas.openxmlformats.org/drawingml/2006/main">
              <a:ext uri="{FF2B5EF4-FFF2-40B4-BE49-F238E27FC236}">
                <a16:creationId xmlns:a16="http://schemas.microsoft.com/office/drawing/2014/main" id="{26DCC6CE-162D-49D5-876A-0A7BDCF8A333}"/>
              </a:ext>
            </a:extLst>
          </p:cNvPr>
          <p:cNvSpPr>
            <a:spLocks xmlns:a="http://schemas.openxmlformats.org/drawingml/2006/main" noGrp="1"/>
          </p:cNvSpPr>
          <p:nvPr/>
        </p:nvSpPr>
        <p:spPr>
          <a:xfrm xmlns:a="http://schemas.openxmlformats.org/drawingml/2006/main">
            <a:off x="552450" y="42100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02C37"/>
                </a:solidFill>
                <a:latin typeface="Arial"/>
                <a:ea typeface="Arial"/>
                <a:cs typeface="Arial"/>
              </a:defRPr>
            </a:pPr>
            <a:r>
              <a:rPr sz="1875" b="0">
                <a:solidFill>
                  <a:srgbClr val="202C37"/>
                </a:solidFill>
                <a:latin typeface="Arial"/>
                <a:ea typeface="Arial"/>
                <a:cs typeface="Arial"/>
              </a:rPr>
              <a:t>Category: Software</a:t>
            </a:r>
          </a:p>
        </p:txBody>
      </p:sp>
      <p:sp>
        <p:nvSpPr>
          <p:cNvPr id="16" name="">
            <a:extLst xmlns:a="http://schemas.openxmlformats.org/drawingml/2006/main">
              <a:ext uri="{FF2B5EF4-FFF2-40B4-BE49-F238E27FC236}">
                <a16:creationId xmlns:a16="http://schemas.microsoft.com/office/drawing/2014/main" id="{33A47D87-9179-42D6-A00F-663003C74CFC}"/>
              </a:ext>
            </a:extLst>
          </p:cNvPr>
          <p:cNvSpPr>
            <a:spLocks xmlns:a="http://schemas.openxmlformats.org/drawingml/2006/main" noGrp="1"/>
          </p:cNvSpPr>
          <p:nvPr/>
        </p:nvSpPr>
        <p:spPr>
          <a:xfrm xmlns:a="http://schemas.openxmlformats.org/drawingml/2006/main">
            <a:off x="552450" y="47434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02C37"/>
                </a:solidFill>
                <a:latin typeface="Arial"/>
                <a:ea typeface="Arial"/>
                <a:cs typeface="Arial"/>
              </a:defRPr>
            </a:pPr>
            <a:r>
              <a:rPr sz="1875" b="0">
                <a:solidFill>
                  <a:srgbClr val="202C37"/>
                </a:solidFill>
                <a:latin typeface="Arial"/>
                <a:ea typeface="Arial"/>
                <a:cs typeface="Arial"/>
              </a:rPr>
              <a:t>Team ID: To be assigned</a:t>
            </a:r>
          </a:p>
        </p:txBody>
      </p:sp>
      <p:sp>
        <p:nvSpPr>
          <p:cNvPr id="17" name="">
            <a:extLst xmlns:a="http://schemas.openxmlformats.org/drawingml/2006/main">
              <a:ext uri="{FF2B5EF4-FFF2-40B4-BE49-F238E27FC236}">
                <a16:creationId xmlns:a16="http://schemas.microsoft.com/office/drawing/2014/main" id="{F9F13C08-8A60-430F-9994-4328E09B7C6A}"/>
              </a:ext>
            </a:extLst>
          </p:cNvPr>
          <p:cNvSpPr>
            <a:spLocks xmlns:a="http://schemas.openxmlformats.org/drawingml/2006/main" noGrp="1"/>
          </p:cNvSpPr>
          <p:nvPr/>
        </p:nvSpPr>
        <p:spPr>
          <a:xfrm xmlns:a="http://schemas.openxmlformats.org/drawingml/2006/main">
            <a:off x="552450" y="52768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234F7B"/>
                </a:solidFill>
                <a:latin typeface="Arial Bold"/>
                <a:ea typeface="Arial Bold"/>
                <a:cs typeface="Arial Bold"/>
              </a:defRPr>
            </a:pPr>
            <a:r>
              <a:rPr sz="2175" b="1">
                <a:solidFill>
                  <a:srgbClr val="FFFFFF"/>
                </a:solidFill>
                <a:latin typeface="Arial Bold"/>
                <a:ea typeface="Arial Bold"/>
                <a:cs typeface="Arial Bold"/>
              </a:rPr>
              <a:t>Team Name: Naut IQ</a:t>
            </a:r>
          </a:p>
        </p:txBody>
      </p:sp>
    </p:spTree>
    <p:extLst>
      <p:ext uri="{BB962C8B-B14F-4D97-AF65-F5344CB8AC3E}">
        <p14:creationId xmlns:p14="http://schemas.microsoft.com/office/powerpoint/2010/main" val="211336374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D6321164-FCC9-4038-8056-437D0FB291D8}"/>
              </a:ext>
            </a:extLst>
          </p:cNvPr>
          <p:cNvSpPr>
            <a:spLocks xmlns:a="http://schemas.openxmlformats.org/drawingml/2006/main" noGrp="1"/>
          </p:cNvSpPr>
          <p:nvPr/>
        </p:nvSpPr>
        <p:spPr>
          <a:xfrm xmlns:a="http://schemas.openxmlformats.org/drawingml/2006/main">
            <a:off x="261938" y="176279"/>
            <a:ext cx="1552642" cy="962025"/>
          </a:xfrm>
          <a:custGeom xmlns:a="http://schemas.openxmlformats.org/drawingml/2006/main">
            <a:rect l="l" t="t" r="r" b="b"/>
            <a:pathLst>
              <a:path w="1552642" h="962025">
                <a:moveTo>
                  <a:pt x="0" y="0"/>
                </a:moveTo>
                <a:lnTo>
                  <a:pt x="1552641" y="0"/>
                </a:lnTo>
                <a:lnTo>
                  <a:pt x="1552641" y="962025"/>
                </a:lnTo>
                <a:lnTo>
                  <a:pt x="0" y="962025"/>
                </a:lnTo>
                <a:lnTo>
                  <a:pt x="0" y="0"/>
                </a:lnTo>
                <a:close/>
              </a:path>
            </a:pathLst>
          </a:custGeom>
          <a:blipFill xmlns:a="http://schemas.openxmlformats.org/drawingml/2006/main">
            <a:blip xmlns:r="http://schemas.openxmlformats.org/officeDocument/2006/relationships" r:embed="R7473488c6e2a4547">
              <a:extLst>
                <a:ext uri="{96DAC541-7B7A-43D3-8B79-37D633B846F1}">
                  <asvg:svgBlip xmlns:asvg="http://schemas.microsoft.com/office/drawing/2016/SVG/main" r:embed="R8d3758eb19684995"/>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B46CE248-76A2-4342-899A-A580087556AC}"/>
              </a:ext>
            </a:extLst>
          </p:cNvPr>
          <p:cNvSpPr>
            <a:spLocks xmlns:a="http://schemas.openxmlformats.org/drawingml/2006/main" noGrp="1"/>
          </p:cNvSpPr>
          <p:nvPr/>
        </p:nvSpPr>
        <p:spPr>
          <a:xfrm xmlns:a="http://schemas.openxmlformats.org/drawingml/2006/main" rot="0" flipH="0" flipV="0">
            <a:off x="9782175" y="0"/>
            <a:ext cx="2247900" cy="1066800"/>
          </a:xfrm>
          <a:custGeom xmlns:a="http://schemas.openxmlformats.org/drawingml/2006/main">
            <a:rect l="l" t="t" r="r" b="b"/>
            <a:pathLst>
              <a:path w="2997200" h="1422400">
                <a:moveTo>
                  <a:pt x="0" y="0"/>
                </a:moveTo>
                <a:lnTo>
                  <a:pt x="2997200" y="0"/>
                </a:lnTo>
                <a:lnTo>
                  <a:pt x="2997200" y="1422400"/>
                </a:lnTo>
                <a:lnTo>
                  <a:pt x="0" y="1422400"/>
                </a:lnTo>
                <a:lnTo>
                  <a:pt x="0" y="0"/>
                </a:lnTo>
                <a:close/>
              </a:path>
            </a:pathLst>
          </a:custGeom>
          <a:blipFill xmlns:a="http://schemas.openxmlformats.org/drawingml/2006/main">
            <a:blip xmlns:r="http://schemas.openxmlformats.org/officeDocument/2006/relationships" r:embed="R74975526603349e4"/>
            <a:stretch>
              <a:fillRect l="0" t="0" r="0" b="0"/>
            </a:stretch>
          </a:blipFill>
        </p:spPr>
      </p:sp>
      <p:sp>
        <p:nvSpPr>
          <p:cNvPr id="5" name="">
            <a:extLst xmlns:a="http://schemas.openxmlformats.org/drawingml/2006/main">
              <a:ext uri="{FF2B5EF4-FFF2-40B4-BE49-F238E27FC236}">
                <a16:creationId xmlns:a16="http://schemas.microsoft.com/office/drawing/2014/main" id="{7C93C231-D63B-406D-B0DA-14CB7EF9241D}"/>
              </a:ext>
            </a:extLst>
          </p:cNvPr>
          <p:cNvSpPr>
            <a:spLocks xmlns:a="http://schemas.openxmlformats.org/drawingml/2006/main" noGrp="1"/>
          </p:cNvSpPr>
          <p:nvPr/>
        </p:nvSpPr>
        <p:spPr>
          <a:xfrm xmlns:a="http://schemas.openxmlformats.org/drawingml/2006/main">
            <a:off x="1952625" y="266700"/>
            <a:ext cx="766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300" b="1">
                <a:solidFill>
                  <a:srgbClr val="202C37"/>
                </a:solidFill>
                <a:latin typeface="Arial Bold"/>
                <a:ea typeface="Arial Bold"/>
                <a:cs typeface="Arial Bold"/>
              </a:defRPr>
            </a:pPr>
            <a:r>
              <a:rPr sz="3300" b="1">
                <a:solidFill>
                  <a:srgbClr val="202C37"/>
                </a:solidFill>
                <a:latin typeface="Arial Bold"/>
                <a:ea typeface="Arial Bold"/>
                <a:cs typeface="Arial Bold"/>
              </a:rPr>
              <a:t>PROBLEM AND SOLUTION</a:t>
            </a:r>
          </a:p>
        </p:txBody>
      </p:sp>
      <p:sp>
        <p:nvSpPr>
          <p:cNvPr id="6" name="">
            <a:extLst xmlns:a="http://schemas.openxmlformats.org/drawingml/2006/main">
              <a:ext uri="{FF2B5EF4-FFF2-40B4-BE49-F238E27FC236}">
                <a16:creationId xmlns:a16="http://schemas.microsoft.com/office/drawing/2014/main" id="{144A0ED9-2C07-4D89-9A17-046C5D9F970F}"/>
              </a:ext>
            </a:extLst>
          </p:cNvPr>
          <p:cNvSpPr>
            <a:spLocks xmlns:a="http://schemas.openxmlformats.org/drawingml/2006/main" noGrp="1"/>
          </p:cNvSpPr>
          <p:nvPr/>
        </p:nvSpPr>
        <p:spPr>
          <a:xfrm xmlns:a="http://schemas.openxmlformats.org/drawingml/2006/main">
            <a:off x="485775" y="466725"/>
            <a:ext cx="109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1">
                <a:solidFill>
                  <a:srgbClr val="234F7B"/>
                </a:solidFill>
                <a:latin typeface="Arial Bold"/>
                <a:ea typeface="Arial Bold"/>
                <a:cs typeface="Arial Bold"/>
              </a:defRPr>
            </a:pPr>
            <a:r>
              <a:rPr sz="1800" b="1">
                <a:solidFill>
                  <a:srgbClr val="234F7B"/>
                </a:solidFill>
                <a:latin typeface="Arial Bold"/>
                <a:ea typeface="Arial Bold"/>
                <a:cs typeface="Arial Bold"/>
              </a:rPr>
              <a:t>Naut IQ</a:t>
            </a:r>
          </a:p>
        </p:txBody>
      </p:sp>
      <p:sp>
        <p:nvSpPr>
          <p:cNvPr id="7" name="">
            <a:extLst xmlns:a="http://schemas.openxmlformats.org/drawingml/2006/main">
              <a:ext uri="{FF2B5EF4-FFF2-40B4-BE49-F238E27FC236}">
                <a16:creationId xmlns:a16="http://schemas.microsoft.com/office/drawing/2014/main" id="{3A9C32C0-54EA-41ED-8039-2723BBD1C885}"/>
              </a:ext>
            </a:extLst>
          </p:cNvPr>
          <p:cNvSpPr>
            <a:spLocks xmlns:a="http://schemas.openxmlformats.org/drawingml/2006/main" noGrp="1"/>
          </p:cNvSpPr>
          <p:nvPr/>
        </p:nvSpPr>
        <p:spPr>
          <a:xfrm xmlns:a="http://schemas.openxmlformats.org/drawingml/2006/main">
            <a:off x="381000" y="1333500"/>
            <a:ext cx="4400550" cy="3981450"/>
          </a:xfrm>
          <a:prstGeom xmlns:a="http://schemas.openxmlformats.org/drawingml/2006/main" prst="roundRect">
            <a:avLst>
              <a:gd name="adj" fmla="val 2871"/>
            </a:avLst>
          </a:prstGeom>
          <a:solidFill xmlns:a="http://schemas.openxmlformats.org/drawingml/2006/main">
            <a:srgbClr val="EEF4FA"/>
          </a:solidFill>
          <a:ln xmlns:a="http://schemas.openxmlformats.org/drawingml/2006/main" w="9525">
            <a:solidFill>
              <a:srgbClr val="CBD9E5"/>
            </a:solidFill>
          </a:ln>
        </p:spPr>
      </p:sp>
      <p:sp>
        <p:nvSpPr>
          <p:cNvPr id="8" name="">
            <a:extLst xmlns:a="http://schemas.openxmlformats.org/drawingml/2006/main">
              <a:ext uri="{FF2B5EF4-FFF2-40B4-BE49-F238E27FC236}">
                <a16:creationId xmlns:a16="http://schemas.microsoft.com/office/drawing/2014/main" id="{1F5C6E7D-96D0-4A45-803D-2FBD94A6600E}"/>
              </a:ext>
            </a:extLst>
          </p:cNvPr>
          <p:cNvSpPr>
            <a:spLocks xmlns:a="http://schemas.openxmlformats.org/drawingml/2006/main" noGrp="1"/>
          </p:cNvSpPr>
          <p:nvPr/>
        </p:nvSpPr>
        <p:spPr>
          <a:xfrm xmlns:a="http://schemas.openxmlformats.org/drawingml/2006/main">
            <a:off x="6581775" y="1333500"/>
            <a:ext cx="5238750" cy="3981450"/>
          </a:xfrm>
          <a:prstGeom xmlns:a="http://schemas.openxmlformats.org/drawingml/2006/main" prst="roundRect">
            <a:avLst>
              <a:gd name="adj" fmla="val 2871"/>
            </a:avLst>
          </a:prstGeom>
          <a:solidFill xmlns:a="http://schemas.openxmlformats.org/drawingml/2006/main">
            <a:srgbClr val="EAF6F3"/>
          </a:solidFill>
          <a:ln xmlns:a="http://schemas.openxmlformats.org/drawingml/2006/main" w="9525">
            <a:solidFill>
              <a:srgbClr val="BFDCD7"/>
            </a:solidFill>
          </a:ln>
        </p:spPr>
      </p:sp>
      <p:sp>
        <p:nvSpPr>
          <p:cNvPr id="9" name="">
            <a:extLst xmlns:a="http://schemas.openxmlformats.org/drawingml/2006/main">
              <a:ext uri="{FF2B5EF4-FFF2-40B4-BE49-F238E27FC236}">
                <a16:creationId xmlns:a16="http://schemas.microsoft.com/office/drawing/2014/main" id="{63DF22F7-1B8C-4F74-B035-884E932A6FE0}"/>
              </a:ext>
            </a:extLst>
          </p:cNvPr>
          <p:cNvSpPr>
            <a:spLocks xmlns:a="http://schemas.openxmlformats.org/drawingml/2006/main" noGrp="1"/>
          </p:cNvSpPr>
          <p:nvPr/>
        </p:nvSpPr>
        <p:spPr>
          <a:xfrm xmlns:a="http://schemas.openxmlformats.org/drawingml/2006/main">
            <a:off x="381000" y="5629275"/>
            <a:ext cx="11439525" cy="590550"/>
          </a:xfrm>
          <a:prstGeom xmlns:a="http://schemas.openxmlformats.org/drawingml/2006/main" prst="roundRect">
            <a:avLst>
              <a:gd name="adj" fmla="val 19355"/>
            </a:avLst>
          </a:prstGeom>
          <a:solidFill xmlns:a="http://schemas.openxmlformats.org/drawingml/2006/main">
            <a:srgbClr val="234F7B"/>
          </a:solidFill>
          <a:ln xmlns:a="http://schemas.openxmlformats.org/drawingml/2006/main" w="9525">
            <a:solidFill>
              <a:srgbClr val="234F7B"/>
            </a:solidFill>
          </a:ln>
        </p:spPr>
      </p:sp>
      <p:sp>
        <p:nvSpPr>
          <p:cNvPr id="10" name="">
            <a:extLst xmlns:a="http://schemas.openxmlformats.org/drawingml/2006/main">
              <a:ext uri="{FF2B5EF4-FFF2-40B4-BE49-F238E27FC236}">
                <a16:creationId xmlns:a16="http://schemas.microsoft.com/office/drawing/2014/main" id="{E30A57D3-0822-48DB-9CDD-10BD40C6CF07}"/>
              </a:ext>
            </a:extLst>
          </p:cNvPr>
          <p:cNvSpPr>
            <a:spLocks xmlns:a="http://schemas.openxmlformats.org/drawingml/2006/main" noGrp="1"/>
          </p:cNvSpPr>
          <p:nvPr/>
        </p:nvSpPr>
        <p:spPr>
          <a:xfrm xmlns:a="http://schemas.openxmlformats.org/drawingml/2006/main">
            <a:off x="571500" y="152400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234F7B"/>
                </a:solidFill>
                <a:latin typeface="Arial Bold"/>
                <a:ea typeface="Arial Bold"/>
                <a:cs typeface="Arial Bold"/>
              </a:defRPr>
            </a:pPr>
            <a:r>
              <a:rPr sz="1875" b="1">
                <a:solidFill>
                  <a:srgbClr val="234F7B"/>
                </a:solidFill>
                <a:latin typeface="Arial Bold"/>
                <a:ea typeface="Arial Bold"/>
                <a:cs typeface="Arial Bold"/>
              </a:rPr>
              <a:t>THE PROBLEM</a:t>
            </a:r>
          </a:p>
        </p:txBody>
      </p:sp>
      <p:sp>
        <p:nvSpPr>
          <p:cNvPr id="11" name="">
            <a:extLst xmlns:a="http://schemas.openxmlformats.org/drawingml/2006/main">
              <a:ext uri="{FF2B5EF4-FFF2-40B4-BE49-F238E27FC236}">
                <a16:creationId xmlns:a16="http://schemas.microsoft.com/office/drawing/2014/main" id="{E60E7DE3-989D-442A-8C74-E1F78AFACC8E}"/>
              </a:ext>
            </a:extLst>
          </p:cNvPr>
          <p:cNvSpPr>
            <a:spLocks xmlns:a="http://schemas.openxmlformats.org/drawingml/2006/main" noGrp="1"/>
          </p:cNvSpPr>
          <p:nvPr/>
        </p:nvSpPr>
        <p:spPr>
          <a:xfrm xmlns:a="http://schemas.openxmlformats.org/drawingml/2006/main">
            <a:off x="571500" y="2028825"/>
            <a:ext cx="419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202C37"/>
                </a:solidFill>
                <a:latin typeface="Arial Bold"/>
                <a:ea typeface="Arial Bold"/>
                <a:cs typeface="Arial Bold"/>
              </a:defRPr>
            </a:pPr>
            <a:r>
              <a:rPr sz="2175" b="1">
                <a:solidFill>
                  <a:srgbClr val="202C37"/>
                </a:solidFill>
                <a:latin typeface="Arial Bold"/>
                <a:ea typeface="Arial Bold"/>
                <a:cs typeface="Arial Bold"/>
              </a:rPr>
              <a:t>One Ayurvedic product.</a:t>
            </a:r>
          </a:p>
          <a:p xmlns:a="http://schemas.openxmlformats.org/drawingml/2006/main">
            <a:pPr algn="l">
              <a:defRPr sz="2175" b="1">
                <a:solidFill>
                  <a:srgbClr val="202C37"/>
                </a:solidFill>
                <a:latin typeface="Arial Bold"/>
                <a:ea typeface="Arial Bold"/>
                <a:cs typeface="Arial Bold"/>
              </a:defRPr>
            </a:pPr>
            <a:r>
              <a:rPr sz="2175" b="1">
                <a:solidFill>
                  <a:srgbClr val="202C37"/>
                </a:solidFill>
                <a:latin typeface="Arial Bold"/>
                <a:ea typeface="Arial Bold"/>
                <a:cs typeface="Arial Bold"/>
              </a:rPr>
              <a:t>Several legal questions.</a:t>
            </a:r>
          </a:p>
        </p:txBody>
      </p:sp>
      <p:sp>
        <p:nvSpPr>
          <p:cNvPr id="12" name="">
            <a:extLst xmlns:a="http://schemas.openxmlformats.org/drawingml/2006/main">
              <a:ext uri="{FF2B5EF4-FFF2-40B4-BE49-F238E27FC236}">
                <a16:creationId xmlns:a16="http://schemas.microsoft.com/office/drawing/2014/main" id="{CC46D9D4-B709-428F-928B-20297207662A}"/>
              </a:ext>
            </a:extLst>
          </p:cNvPr>
          <p:cNvSpPr>
            <a:spLocks xmlns:a="http://schemas.openxmlformats.org/drawingml/2006/main" noGrp="1"/>
          </p:cNvSpPr>
          <p:nvPr/>
        </p:nvSpPr>
        <p:spPr>
          <a:xfrm xmlns:a="http://schemas.openxmlformats.org/drawingml/2006/main">
            <a:off x="571500" y="3000375"/>
            <a:ext cx="419100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202C37"/>
                </a:solidFill>
                <a:latin typeface="Arial"/>
                <a:ea typeface="Arial"/>
                <a:cs typeface="Arial"/>
              </a:defRPr>
            </a:pPr>
            <a:r>
              <a:rPr sz="1725" b="0">
                <a:solidFill>
                  <a:srgbClr val="202C37"/>
                </a:solidFill>
                <a:latin typeface="Arial"/>
                <a:ea typeface="Arial"/>
                <a:cs typeface="Arial"/>
              </a:rPr>
              <a:t>Which product rules apply?</a:t>
            </a:r>
          </a:p>
          <a:p xmlns:a="http://schemas.openxmlformats.org/drawingml/2006/main">
            <a:r>
              <a:t/>
            </a:r>
          </a:p>
          <a:p xmlns:a="http://schemas.openxmlformats.org/drawingml/2006/main">
            <a:pPr algn="l">
              <a:defRPr sz="1725" b="0">
                <a:solidFill>
                  <a:srgbClr val="202C37"/>
                </a:solidFill>
                <a:latin typeface="Arial"/>
                <a:ea typeface="Arial"/>
                <a:cs typeface="Arial"/>
              </a:defRPr>
            </a:pPr>
            <a:r>
              <a:rPr sz="1725" b="0">
                <a:solidFill>
                  <a:srgbClr val="202C37"/>
                </a:solidFill>
                <a:latin typeface="Arial"/>
                <a:ea typeface="Arial"/>
                <a:cs typeface="Arial"/>
              </a:rPr>
              <a:t>Which IP rights may be relevant?</a:t>
            </a:r>
          </a:p>
          <a:p xmlns:a="http://schemas.openxmlformats.org/drawingml/2006/main">
            <a:r>
              <a:t/>
            </a:r>
          </a:p>
          <a:p xmlns:a="http://schemas.openxmlformats.org/drawingml/2006/main">
            <a:pPr algn="l">
              <a:defRPr sz="1725" b="0">
                <a:solidFill>
                  <a:srgbClr val="202C37"/>
                </a:solidFill>
                <a:latin typeface="Arial"/>
                <a:ea typeface="Arial"/>
                <a:cs typeface="Arial"/>
              </a:defRPr>
            </a:pPr>
            <a:r>
              <a:rPr sz="1725" b="0">
                <a:solidFill>
                  <a:srgbClr val="202C37"/>
                </a:solidFill>
                <a:latin typeface="Arial"/>
                <a:ea typeface="Arial"/>
                <a:cs typeface="Arial"/>
              </a:rPr>
              <a:t>What biological-resource duties arise?</a:t>
            </a:r>
          </a:p>
          <a:p xmlns:a="http://schemas.openxmlformats.org/drawingml/2006/main">
            <a:r>
              <a:t/>
            </a:r>
          </a:p>
          <a:p xmlns:a="http://schemas.openxmlformats.org/drawingml/2006/main">
            <a:pPr algn="l">
              <a:defRPr sz="1725" b="0">
                <a:solidFill>
                  <a:srgbClr val="202C37"/>
                </a:solidFill>
                <a:latin typeface="Arial"/>
                <a:ea typeface="Arial"/>
                <a:cs typeface="Arial"/>
              </a:defRPr>
            </a:pPr>
            <a:r>
              <a:rPr sz="1725" b="0">
                <a:solidFill>
                  <a:srgbClr val="202C37"/>
                </a:solidFill>
                <a:latin typeface="Arial"/>
                <a:ea typeface="Arial"/>
                <a:cs typeface="Arial"/>
              </a:rPr>
              <a:t>What changes in an export market?</a:t>
            </a:r>
          </a:p>
        </p:txBody>
      </p:sp>
      <p:sp>
        <p:nvSpPr>
          <p:cNvPr id="13" name="">
            <a:extLst xmlns:a="http://schemas.openxmlformats.org/drawingml/2006/main">
              <a:ext uri="{FF2B5EF4-FFF2-40B4-BE49-F238E27FC236}">
                <a16:creationId xmlns:a16="http://schemas.microsoft.com/office/drawing/2014/main" id="{2F1A27D8-500C-441F-999A-FA8E8DA9B65D}"/>
              </a:ext>
            </a:extLst>
          </p:cNvPr>
          <p:cNvSpPr>
            <a:spLocks xmlns:a="http://schemas.openxmlformats.org/drawingml/2006/main" noGrp="1"/>
          </p:cNvSpPr>
          <p:nvPr/>
        </p:nvSpPr>
        <p:spPr>
          <a:xfrm xmlns:a="http://schemas.openxmlformats.org/drawingml/2006/main">
            <a:off x="6762750" y="152400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234F7B"/>
                </a:solidFill>
                <a:latin typeface="Arial Bold"/>
                <a:ea typeface="Arial Bold"/>
                <a:cs typeface="Arial Bold"/>
              </a:defRPr>
            </a:pPr>
            <a:r>
              <a:rPr sz="1875" b="1">
                <a:solidFill>
                  <a:srgbClr val="234F7B"/>
                </a:solidFill>
                <a:latin typeface="Arial Bold"/>
                <a:ea typeface="Arial Bold"/>
                <a:cs typeface="Arial Bold"/>
              </a:rPr>
              <a:t>OUR SOLUTION</a:t>
            </a:r>
          </a:p>
        </p:txBody>
      </p:sp>
      <p:sp>
        <p:nvSpPr>
          <p:cNvPr id="14" name="">
            <a:extLst xmlns:a="http://schemas.openxmlformats.org/drawingml/2006/main">
              <a:ext uri="{FF2B5EF4-FFF2-40B4-BE49-F238E27FC236}">
                <a16:creationId xmlns:a16="http://schemas.microsoft.com/office/drawing/2014/main" id="{7705EA14-2F42-41B3-B89C-A93A1CC7B7BA}"/>
              </a:ext>
            </a:extLst>
          </p:cNvPr>
          <p:cNvSpPr>
            <a:spLocks xmlns:a="http://schemas.openxmlformats.org/drawingml/2006/main" noGrp="1"/>
          </p:cNvSpPr>
          <p:nvPr/>
        </p:nvSpPr>
        <p:spPr>
          <a:xfrm xmlns:a="http://schemas.openxmlformats.org/drawingml/2006/main">
            <a:off x="6762750" y="200025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202C37"/>
                </a:solidFill>
                <a:latin typeface="Arial Bold"/>
                <a:ea typeface="Arial Bold"/>
                <a:cs typeface="Arial Bold"/>
              </a:defRPr>
            </a:pPr>
            <a:r>
              <a:rPr sz="2550" b="1">
                <a:solidFill>
                  <a:srgbClr val="202C37"/>
                </a:solidFill>
                <a:latin typeface="Arial Bold"/>
                <a:ea typeface="Arial Bold"/>
                <a:cs typeface="Arial Bold"/>
              </a:rPr>
              <a:t>IP-SAKTI Sahayak</a:t>
            </a:r>
          </a:p>
        </p:txBody>
      </p:sp>
      <p:sp>
        <p:nvSpPr>
          <p:cNvPr id="15" name="">
            <a:extLst xmlns:a="http://schemas.openxmlformats.org/drawingml/2006/main">
              <a:ext uri="{FF2B5EF4-FFF2-40B4-BE49-F238E27FC236}">
                <a16:creationId xmlns:a16="http://schemas.microsoft.com/office/drawing/2014/main" id="{272509FF-2B6F-4E7A-9F26-AAF451C4DC9B}"/>
              </a:ext>
            </a:extLst>
          </p:cNvPr>
          <p:cNvSpPr>
            <a:spLocks xmlns:a="http://schemas.openxmlformats.org/drawingml/2006/main" noGrp="1"/>
          </p:cNvSpPr>
          <p:nvPr/>
        </p:nvSpPr>
        <p:spPr>
          <a:xfrm xmlns:a="http://schemas.openxmlformats.org/drawingml/2006/main">
            <a:off x="6762750" y="2667000"/>
            <a:ext cx="47625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Ask only the facts the question needs.</a:t>
            </a:r>
          </a:p>
          <a:p xmlns:a="http://schemas.openxmlformats.org/drawingml/2006/main">
            <a:r>
              <a:t/>
            </a:r>
          </a:p>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Assess regulation, IP and ABS separately.</a:t>
            </a:r>
          </a:p>
          <a:p xmlns:a="http://schemas.openxmlformats.org/drawingml/2006/main">
            <a:r>
              <a:t/>
            </a:r>
          </a:p>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Retrieve dated provisions. Keep India and</a:t>
            </a:r>
          </a:p>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target-country guidance separate.</a:t>
            </a:r>
          </a:p>
          <a:p xmlns:a="http://schemas.openxmlformats.org/drawingml/2006/main">
            <a:r>
              <a:t/>
            </a:r>
          </a:p>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Check the evidence before answering.</a:t>
            </a:r>
          </a:p>
        </p:txBody>
      </p:sp>
      <p:sp>
        <p:nvSpPr>
          <p:cNvPr id="16" name="">
            <a:extLst xmlns:a="http://schemas.openxmlformats.org/drawingml/2006/main">
              <a:ext uri="{FF2B5EF4-FFF2-40B4-BE49-F238E27FC236}">
                <a16:creationId xmlns:a16="http://schemas.microsoft.com/office/drawing/2014/main" id="{DD1295AC-E4F7-4D9C-B6AB-AF065A46F523}"/>
              </a:ext>
            </a:extLst>
          </p:cNvPr>
          <p:cNvSpPr>
            <a:spLocks xmlns:a="http://schemas.openxmlformats.org/drawingml/2006/main" noGrp="1"/>
          </p:cNvSpPr>
          <p:nvPr/>
        </p:nvSpPr>
        <p:spPr>
          <a:xfrm xmlns:a="http://schemas.openxmlformats.org/drawingml/2006/main">
            <a:off x="5010150" y="2762250"/>
            <a:ext cx="1428750" cy="857250"/>
          </a:xfrm>
          <a:prstGeom xmlns:a="http://schemas.openxmlformats.org/drawingml/2006/main" prst="roundRect">
            <a:avLst>
              <a:gd name="adj" fmla="val 8889"/>
            </a:avLst>
          </a:prstGeom>
          <a:solidFill xmlns:a="http://schemas.openxmlformats.org/drawingml/2006/main">
            <a:srgbClr val="234F7B"/>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500" b="1">
                <a:solidFill>
                  <a:srgbClr val="FFFFFF"/>
                </a:solidFill>
                <a:latin typeface="Arial Bold"/>
                <a:ea typeface="Arial Bold"/>
                <a:cs typeface="Arial Bold"/>
              </a:rPr>
              <a:t>PRODUCT</a:t>
            </a:r>
          </a:p>
          <a:p xmlns:a="http://schemas.openxmlformats.org/drawingml/2006/main">
            <a:pPr algn="ctr">
              <a:defRPr sz="1500" b="1">
                <a:solidFill>
                  <a:srgbClr val="234F7B"/>
                </a:solidFill>
                <a:latin typeface="Arial Bold"/>
                <a:ea typeface="Arial Bold"/>
                <a:cs typeface="Arial Bold"/>
              </a:defRPr>
            </a:pPr>
            <a:r>
              <a:rPr sz="1500" b="1">
                <a:solidFill>
                  <a:srgbClr val="FFFFFF"/>
                </a:solidFill>
                <a:latin typeface="Arial Bold"/>
                <a:ea typeface="Arial Bold"/>
                <a:cs typeface="Arial Bold"/>
              </a:rPr>
              <a:t>PASSPORT</a:t>
            </a:r>
          </a:p>
        </p:txBody>
      </p:sp>
      <p:sp>
        <p:nvSpPr>
          <p:cNvPr id="17" name="">
            <a:extLst xmlns:a="http://schemas.openxmlformats.org/drawingml/2006/main">
              <a:ext uri="{FF2B5EF4-FFF2-40B4-BE49-F238E27FC236}">
                <a16:creationId xmlns:a16="http://schemas.microsoft.com/office/drawing/2014/main" id="{493AF248-14B9-47BE-B958-60AD6FF651CC}"/>
              </a:ext>
            </a:extLst>
          </p:cNvPr>
          <p:cNvSpPr>
            <a:spLocks xmlns:a="http://schemas.openxmlformats.org/drawingml/2006/main" noGrp="1"/>
          </p:cNvSpPr>
          <p:nvPr/>
        </p:nvSpPr>
        <p:spPr>
          <a:xfrm xmlns:a="http://schemas.openxmlformats.org/drawingml/2006/main">
            <a:off x="4876800" y="3838575"/>
            <a:ext cx="171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0">
                <a:solidFill>
                  <a:srgbClr val="56636D"/>
                </a:solidFill>
                <a:latin typeface="Arial"/>
                <a:ea typeface="Arial"/>
                <a:cs typeface="Arial"/>
              </a:defRPr>
            </a:pPr>
            <a:r>
              <a:rPr sz="1350" b="0">
                <a:solidFill>
                  <a:srgbClr val="56636D"/>
                </a:solidFill>
                <a:latin typeface="Arial"/>
                <a:ea typeface="Arial"/>
                <a:cs typeface="Arial"/>
              </a:rPr>
              <a:t>Product-specific</a:t>
            </a:r>
          </a:p>
          <a:p xmlns:a="http://schemas.openxmlformats.org/drawingml/2006/main">
            <a:pPr algn="ctr">
              <a:defRPr sz="1350" b="0">
                <a:solidFill>
                  <a:srgbClr val="56636D"/>
                </a:solidFill>
                <a:latin typeface="Arial"/>
                <a:ea typeface="Arial"/>
                <a:cs typeface="Arial"/>
              </a:defRPr>
            </a:pPr>
            <a:r>
              <a:rPr sz="1350" b="0">
                <a:solidFill>
                  <a:srgbClr val="56636D"/>
                </a:solidFill>
                <a:latin typeface="Arial"/>
                <a:ea typeface="Arial"/>
                <a:cs typeface="Arial"/>
              </a:rPr>
              <a:t>questions only</a:t>
            </a:r>
          </a:p>
        </p:txBody>
      </p:sp>
      <p:sp>
        <p:nvSpPr>
          <p:cNvPr id="18" name="">
            <a:extLst xmlns:a="http://schemas.openxmlformats.org/drawingml/2006/main">
              <a:ext uri="{FF2B5EF4-FFF2-40B4-BE49-F238E27FC236}">
                <a16:creationId xmlns:a16="http://schemas.microsoft.com/office/drawing/2014/main" id="{ACBFC51B-739D-4728-9857-F8777ABC9590}"/>
              </a:ext>
            </a:extLst>
          </p:cNvPr>
          <p:cNvSpPr>
            <a:spLocks xmlns:a="http://schemas.openxmlformats.org/drawingml/2006/main" noGrp="1"/>
          </p:cNvSpPr>
          <p:nvPr/>
        </p:nvSpPr>
        <p:spPr>
          <a:xfrm xmlns:a="http://schemas.openxmlformats.org/drawingml/2006/main">
            <a:off x="571500" y="577215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FFFFFF"/>
                </a:solidFill>
                <a:latin typeface="Arial Bold"/>
                <a:ea typeface="Arial Bold"/>
                <a:cs typeface="Arial Bold"/>
              </a:rPr>
              <a:t>General questions can go straight to source-based guidance.</a:t>
            </a:r>
          </a:p>
        </p:txBody>
      </p:sp>
    </p:spTree>
    <p:extLst>
      <p:ext uri="{BB962C8B-B14F-4D97-AF65-F5344CB8AC3E}">
        <p14:creationId xmlns:p14="http://schemas.microsoft.com/office/powerpoint/2010/main" val="18808324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04EAF09A-605A-4EBA-8171-1FA27A40FFAD}"/>
              </a:ext>
            </a:extLst>
          </p:cNvPr>
          <p:cNvSpPr>
            <a:spLocks xmlns:a="http://schemas.openxmlformats.org/drawingml/2006/main" noGrp="1"/>
          </p:cNvSpPr>
          <p:nvPr/>
        </p:nvSpPr>
        <p:spPr>
          <a:xfrm xmlns:a="http://schemas.openxmlformats.org/drawingml/2006/main" rot="0" flipH="0" flipV="0">
            <a:off x="9782175" y="0"/>
            <a:ext cx="2247900" cy="1066800"/>
          </a:xfrm>
          <a:custGeom xmlns:a="http://schemas.openxmlformats.org/drawingml/2006/main">
            <a:rect l="l" t="t" r="r" b="b"/>
            <a:pathLst>
              <a:path w="2997200" h="1422400">
                <a:moveTo>
                  <a:pt x="0" y="0"/>
                </a:moveTo>
                <a:lnTo>
                  <a:pt x="2997200" y="0"/>
                </a:lnTo>
                <a:lnTo>
                  <a:pt x="2997200" y="1422400"/>
                </a:lnTo>
                <a:lnTo>
                  <a:pt x="0" y="1422400"/>
                </a:lnTo>
                <a:lnTo>
                  <a:pt x="0" y="0"/>
                </a:lnTo>
                <a:close/>
              </a:path>
            </a:pathLst>
          </a:custGeom>
          <a:blipFill xmlns:a="http://schemas.openxmlformats.org/drawingml/2006/main">
            <a:blip xmlns:r="http://schemas.openxmlformats.org/officeDocument/2006/relationships" r:embed="R12762d17538a49d5"/>
            <a:stretch>
              <a:fillRect l="0" t="0" r="0" b="0"/>
            </a:stretch>
          </a:blipFill>
        </p:spPr>
      </p:sp>
      <p:sp>
        <p:nvSpPr>
          <p:cNvPr id="4" name="Freeform 4">
            <a:extLst xmlns:a="http://schemas.openxmlformats.org/drawingml/2006/main">
              <a:ext uri="{FF2B5EF4-FFF2-40B4-BE49-F238E27FC236}">
                <a16:creationId xmlns:a16="http://schemas.microsoft.com/office/drawing/2014/main" id="{5A7D9232-14D6-4571-966F-C1D51F02624B}"/>
              </a:ext>
            </a:extLst>
          </p:cNvPr>
          <p:cNvSpPr>
            <a:spLocks xmlns:a="http://schemas.openxmlformats.org/drawingml/2006/main" noGrp="1"/>
          </p:cNvSpPr>
          <p:nvPr/>
        </p:nvSpPr>
        <p:spPr>
          <a:xfrm xmlns:a="http://schemas.openxmlformats.org/drawingml/2006/main">
            <a:off x="261938" y="176279"/>
            <a:ext cx="1552642" cy="962025"/>
          </a:xfrm>
          <a:custGeom xmlns:a="http://schemas.openxmlformats.org/drawingml/2006/main">
            <a:rect l="l" t="t" r="r" b="b"/>
            <a:pathLst>
              <a:path w="1552642" h="962025">
                <a:moveTo>
                  <a:pt x="0" y="0"/>
                </a:moveTo>
                <a:lnTo>
                  <a:pt x="1552641" y="0"/>
                </a:lnTo>
                <a:lnTo>
                  <a:pt x="1552641" y="962025"/>
                </a:lnTo>
                <a:lnTo>
                  <a:pt x="0" y="962025"/>
                </a:lnTo>
                <a:lnTo>
                  <a:pt x="0" y="0"/>
                </a:lnTo>
                <a:close/>
              </a:path>
            </a:pathLst>
          </a:custGeom>
          <a:blipFill xmlns:a="http://schemas.openxmlformats.org/drawingml/2006/main">
            <a:blip xmlns:r="http://schemas.openxmlformats.org/officeDocument/2006/relationships" r:embed="Re5131c412cdb43fe">
              <a:extLst>
                <a:ext uri="{96DAC541-7B7A-43D3-8B79-37D633B846F1}">
                  <asvg:svgBlip xmlns:asvg="http://schemas.microsoft.com/office/drawing/2016/SVG/main" r:embed="Rc469ba8426fa445c"/>
                </a:ext>
              </a:extLst>
            </a:blip>
            <a:stretch>
              <a:fillRect l="0" t="0" r="0" b="0"/>
            </a:stretch>
          </a:blipFill>
        </p:spPr>
      </p:sp>
      <p:sp>
        <p:nvSpPr>
          <p:cNvPr id="5" name="">
            <a:extLst xmlns:a="http://schemas.openxmlformats.org/drawingml/2006/main">
              <a:ext uri="{FF2B5EF4-FFF2-40B4-BE49-F238E27FC236}">
                <a16:creationId xmlns:a16="http://schemas.microsoft.com/office/drawing/2014/main" id="{093EB490-5C5D-4F39-B333-833D44EAE30F}"/>
              </a:ext>
            </a:extLst>
          </p:cNvPr>
          <p:cNvSpPr>
            <a:spLocks xmlns:a="http://schemas.openxmlformats.org/drawingml/2006/main" noGrp="1"/>
          </p:cNvSpPr>
          <p:nvPr/>
        </p:nvSpPr>
        <p:spPr>
          <a:xfrm xmlns:a="http://schemas.openxmlformats.org/drawingml/2006/main">
            <a:off x="1952625" y="266700"/>
            <a:ext cx="766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300" b="1">
                <a:solidFill>
                  <a:srgbClr val="202C37"/>
                </a:solidFill>
                <a:latin typeface="Arial Bold"/>
                <a:ea typeface="Arial Bold"/>
                <a:cs typeface="Arial Bold"/>
              </a:defRPr>
            </a:pPr>
            <a:r>
              <a:rPr sz="3300" b="1">
                <a:solidFill>
                  <a:srgbClr val="202C37"/>
                </a:solidFill>
                <a:latin typeface="Arial Bold"/>
                <a:ea typeface="Arial Bold"/>
                <a:cs typeface="Arial Bold"/>
              </a:rPr>
              <a:t>SYSTEM WORKFLOW</a:t>
            </a:r>
          </a:p>
        </p:txBody>
      </p:sp>
      <p:sp>
        <p:nvSpPr>
          <p:cNvPr id="6" name="">
            <a:extLst xmlns:a="http://schemas.openxmlformats.org/drawingml/2006/main">
              <a:ext uri="{FF2B5EF4-FFF2-40B4-BE49-F238E27FC236}">
                <a16:creationId xmlns:a16="http://schemas.microsoft.com/office/drawing/2014/main" id="{CA0710D3-F5B0-4906-BE52-10D77973BBF2}"/>
              </a:ext>
            </a:extLst>
          </p:cNvPr>
          <p:cNvSpPr>
            <a:spLocks xmlns:a="http://schemas.openxmlformats.org/drawingml/2006/main" noGrp="1"/>
          </p:cNvSpPr>
          <p:nvPr/>
        </p:nvSpPr>
        <p:spPr>
          <a:xfrm xmlns:a="http://schemas.openxmlformats.org/drawingml/2006/main">
            <a:off x="485775" y="466725"/>
            <a:ext cx="109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1">
                <a:solidFill>
                  <a:srgbClr val="234F7B"/>
                </a:solidFill>
                <a:latin typeface="Arial Bold"/>
                <a:ea typeface="Arial Bold"/>
                <a:cs typeface="Arial Bold"/>
              </a:defRPr>
            </a:pPr>
            <a:r>
              <a:rPr sz="1800" b="1">
                <a:solidFill>
                  <a:srgbClr val="234F7B"/>
                </a:solidFill>
                <a:latin typeface="Arial Bold"/>
                <a:ea typeface="Arial Bold"/>
                <a:cs typeface="Arial Bold"/>
              </a:rPr>
              <a:t>Naut IQ</a:t>
            </a:r>
          </a:p>
        </p:txBody>
      </p:sp>
      <p:sp>
        <p:nvSpPr>
          <p:cNvPr id="7" name="">
            <a:extLst xmlns:a="http://schemas.openxmlformats.org/drawingml/2006/main">
              <a:ext uri="{FF2B5EF4-FFF2-40B4-BE49-F238E27FC236}">
                <a16:creationId xmlns:a16="http://schemas.microsoft.com/office/drawing/2014/main" id="{5E824CAA-F7CA-42D6-B85D-6BC632A2FC2B}"/>
              </a:ext>
            </a:extLst>
          </p:cNvPr>
          <p:cNvSpPr>
            <a:spLocks xmlns:a="http://schemas.openxmlformats.org/drawingml/2006/main" noGrp="1"/>
          </p:cNvSpPr>
          <p:nvPr/>
        </p:nvSpPr>
        <p:spPr>
          <a:xfrm xmlns:a="http://schemas.openxmlformats.org/drawingml/2006/main">
            <a:off x="4762500" y="1171575"/>
            <a:ext cx="2667000" cy="409575"/>
          </a:xfrm>
          <a:prstGeom xmlns:a="http://schemas.openxmlformats.org/drawingml/2006/main" prst="roundRect">
            <a:avLst>
              <a:gd name="adj" fmla="val 18605"/>
            </a:avLst>
          </a:prstGeom>
          <a:solidFill xmlns:a="http://schemas.openxmlformats.org/drawingml/2006/main">
            <a:srgbClr val="234F7B"/>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500" b="1">
                <a:solidFill>
                  <a:srgbClr val="FFFFFF"/>
                </a:solidFill>
                <a:latin typeface="Arial Bold"/>
                <a:ea typeface="Arial Bold"/>
                <a:cs typeface="Arial Bold"/>
              </a:rPr>
              <a:t>USER QUESTION</a:t>
            </a:r>
          </a:p>
        </p:txBody>
      </p:sp>
      <p:sp>
        <p:nvSpPr>
          <p:cNvPr id="8" name="">
            <a:extLst xmlns:a="http://schemas.openxmlformats.org/drawingml/2006/main">
              <a:ext uri="{FF2B5EF4-FFF2-40B4-BE49-F238E27FC236}">
                <a16:creationId xmlns:a16="http://schemas.microsoft.com/office/drawing/2014/main" id="{990EFC3F-4C54-4FF6-9A81-9C73B04DF726}"/>
              </a:ext>
            </a:extLst>
          </p:cNvPr>
          <p:cNvSpPr>
            <a:spLocks xmlns:a="http://schemas.openxmlformats.org/drawingml/2006/main" noGrp="1"/>
          </p:cNvSpPr>
          <p:nvPr/>
        </p:nvSpPr>
        <p:spPr>
          <a:xfrm xmlns:a="http://schemas.openxmlformats.org/drawingml/2006/main">
            <a:off x="4000500" y="1809750"/>
            <a:ext cx="4191000" cy="476250"/>
          </a:xfrm>
          <a:prstGeom xmlns:a="http://schemas.openxmlformats.org/drawingml/2006/main" prst="roundRect">
            <a:avLst>
              <a:gd name="adj" fmla="val 16000"/>
            </a:avLst>
          </a:prstGeom>
          <a:solidFill xmlns:a="http://schemas.openxmlformats.org/drawingml/2006/main">
            <a:srgbClr val="F1F4F7"/>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500" b="1">
                <a:solidFill>
                  <a:srgbClr val="234F7B"/>
                </a:solidFill>
                <a:latin typeface="Arial Bold"/>
                <a:ea typeface="Arial Bold"/>
                <a:cs typeface="Arial Bold"/>
              </a:rPr>
              <a:t>Language, jurisdiction and as-of date</a:t>
            </a:r>
          </a:p>
        </p:txBody>
      </p:sp>
      <p:sp>
        <p:nvSpPr>
          <p:cNvPr id="9" name="">
            <a:extLst xmlns:a="http://schemas.openxmlformats.org/drawingml/2006/main">
              <a:ext uri="{FF2B5EF4-FFF2-40B4-BE49-F238E27FC236}">
                <a16:creationId xmlns:a16="http://schemas.microsoft.com/office/drawing/2014/main" id="{94ECFA44-27D3-49F4-858A-AA5AB0A477AE}"/>
              </a:ext>
            </a:extLst>
          </p:cNvPr>
          <p:cNvSpPr>
            <a:spLocks xmlns:a="http://schemas.openxmlformats.org/drawingml/2006/main" noGrp="1"/>
          </p:cNvSpPr>
          <p:nvPr/>
        </p:nvSpPr>
        <p:spPr>
          <a:xfrm xmlns:a="http://schemas.openxmlformats.org/drawingml/2006/main">
            <a:off x="5181600" y="2514600"/>
            <a:ext cx="1828800" cy="857250"/>
          </a:xfrm>
          <a:prstGeom xmlns:a="http://schemas.openxmlformats.org/drawingml/2006/main" prst="diamond">
            <a:avLst/>
          </a:prstGeom>
          <a:solidFill xmlns:a="http://schemas.openxmlformats.org/drawingml/2006/main">
            <a:srgbClr val="F1F4F7"/>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r>
              <a:t/>
            </a:r>
          </a:p>
        </p:txBody>
      </p:sp>
      <p:sp>
        <p:nvSpPr>
          <p:cNvPr id="10" name="">
            <a:extLst xmlns:a="http://schemas.openxmlformats.org/drawingml/2006/main">
              <a:ext uri="{FF2B5EF4-FFF2-40B4-BE49-F238E27FC236}">
                <a16:creationId xmlns:a16="http://schemas.microsoft.com/office/drawing/2014/main" id="{305B9FBA-F5E7-4956-B9FD-D263D1A386B6}"/>
              </a:ext>
            </a:extLst>
          </p:cNvPr>
          <p:cNvSpPr>
            <a:spLocks xmlns:a="http://schemas.openxmlformats.org/drawingml/2006/main" noGrp="1"/>
          </p:cNvSpPr>
          <p:nvPr/>
        </p:nvSpPr>
        <p:spPr>
          <a:xfrm xmlns:a="http://schemas.openxmlformats.org/drawingml/2006/main">
            <a:off x="5372100" y="2743200"/>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1">
                <a:solidFill>
                  <a:srgbClr val="234F7B"/>
                </a:solidFill>
                <a:latin typeface="Arial Bold"/>
                <a:ea typeface="Arial Bold"/>
                <a:cs typeface="Arial Bold"/>
              </a:defRPr>
            </a:pPr>
            <a:r>
              <a:rPr sz="1350" b="1">
                <a:solidFill>
                  <a:srgbClr val="234F7B"/>
                </a:solidFill>
                <a:latin typeface="Arial Bold"/>
                <a:ea typeface="Arial Bold"/>
                <a:cs typeface="Arial Bold"/>
              </a:rPr>
              <a:t>Product</a:t>
            </a:r>
          </a:p>
          <a:p xmlns:a="http://schemas.openxmlformats.org/drawingml/2006/main">
            <a:pPr algn="ctr">
              <a:defRPr sz="1350" b="1">
                <a:solidFill>
                  <a:srgbClr val="234F7B"/>
                </a:solidFill>
                <a:latin typeface="Arial Bold"/>
                <a:ea typeface="Arial Bold"/>
                <a:cs typeface="Arial Bold"/>
              </a:defRPr>
            </a:pPr>
            <a:r>
              <a:rPr sz="1350" b="1">
                <a:solidFill>
                  <a:srgbClr val="234F7B"/>
                </a:solidFill>
                <a:latin typeface="Arial Bold"/>
                <a:ea typeface="Arial Bold"/>
                <a:cs typeface="Arial Bold"/>
              </a:rPr>
              <a:t>question?</a:t>
            </a:r>
          </a:p>
        </p:txBody>
      </p:sp>
      <p:sp>
        <p:nvSpPr>
          <p:cNvPr id="11" name="">
            <a:extLst xmlns:a="http://schemas.openxmlformats.org/drawingml/2006/main">
              <a:ext uri="{FF2B5EF4-FFF2-40B4-BE49-F238E27FC236}">
                <a16:creationId xmlns:a16="http://schemas.microsoft.com/office/drawing/2014/main" id="{FD933F3D-BDAD-49C7-8699-E13905A53E2D}"/>
              </a:ext>
            </a:extLst>
          </p:cNvPr>
          <p:cNvSpPr>
            <a:spLocks xmlns:a="http://schemas.openxmlformats.org/drawingml/2006/main" noGrp="1"/>
          </p:cNvSpPr>
          <p:nvPr/>
        </p:nvSpPr>
        <p:spPr>
          <a:xfrm xmlns:a="http://schemas.openxmlformats.org/drawingml/2006/main">
            <a:off x="714375" y="2686050"/>
            <a:ext cx="2905125" cy="638175"/>
          </a:xfrm>
          <a:prstGeom xmlns:a="http://schemas.openxmlformats.org/drawingml/2006/main" prst="roundRect">
            <a:avLst>
              <a:gd name="adj" fmla="val 11940"/>
            </a:avLst>
          </a:prstGeom>
          <a:solidFill xmlns:a="http://schemas.openxmlformats.org/drawingml/2006/main">
            <a:srgbClr val="F1F4F7"/>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500" b="1">
                <a:solidFill>
                  <a:srgbClr val="234F7B"/>
                </a:solidFill>
                <a:latin typeface="Arial Bold"/>
                <a:ea typeface="Arial Bold"/>
                <a:cs typeface="Arial Bold"/>
              </a:rPr>
              <a:t>General information</a:t>
            </a:r>
          </a:p>
          <a:p xmlns:a="http://schemas.openxmlformats.org/drawingml/2006/main">
            <a:pPr algn="ctr">
              <a:defRPr sz="1500" b="1">
                <a:solidFill>
                  <a:srgbClr val="234F7B"/>
                </a:solidFill>
                <a:latin typeface="Arial Bold"/>
                <a:ea typeface="Arial Bold"/>
                <a:cs typeface="Arial Bold"/>
              </a:defRPr>
            </a:pPr>
            <a:r>
              <a:rPr sz="1500" b="1">
                <a:solidFill>
                  <a:srgbClr val="234F7B"/>
                </a:solidFill>
                <a:latin typeface="Arial Bold"/>
                <a:ea typeface="Arial Bold"/>
                <a:cs typeface="Arial Bold"/>
              </a:rPr>
              <a:t>No Passport required</a:t>
            </a:r>
          </a:p>
        </p:txBody>
      </p:sp>
      <p:sp>
        <p:nvSpPr>
          <p:cNvPr id="12" name="">
            <a:extLst xmlns:a="http://schemas.openxmlformats.org/drawingml/2006/main">
              <a:ext uri="{FF2B5EF4-FFF2-40B4-BE49-F238E27FC236}">
                <a16:creationId xmlns:a16="http://schemas.microsoft.com/office/drawing/2014/main" id="{F90F9479-B030-4AB1-950E-E2634DCAC38B}"/>
              </a:ext>
            </a:extLst>
          </p:cNvPr>
          <p:cNvSpPr>
            <a:spLocks xmlns:a="http://schemas.openxmlformats.org/drawingml/2006/main" noGrp="1"/>
          </p:cNvSpPr>
          <p:nvPr/>
        </p:nvSpPr>
        <p:spPr>
          <a:xfrm xmlns:a="http://schemas.openxmlformats.org/drawingml/2006/main">
            <a:off x="8591550" y="2600325"/>
            <a:ext cx="2905125" cy="685800"/>
          </a:xfrm>
          <a:prstGeom xmlns:a="http://schemas.openxmlformats.org/drawingml/2006/main" prst="roundRect">
            <a:avLst>
              <a:gd name="adj" fmla="val 11111"/>
            </a:avLst>
          </a:prstGeom>
          <a:solidFill xmlns:a="http://schemas.openxmlformats.org/drawingml/2006/main">
            <a:srgbClr val="EAF6F3"/>
          </a:solidFill>
          <a:ln xmlns:a="http://schemas.openxmlformats.org/drawingml/2006/main" w="14288">
            <a:solidFill>
              <a:srgbClr val="117F80"/>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500" b="1">
                <a:solidFill>
                  <a:srgbClr val="117F80"/>
                </a:solidFill>
                <a:latin typeface="Arial Bold"/>
                <a:ea typeface="Arial Bold"/>
                <a:cs typeface="Arial Bold"/>
              </a:rPr>
              <a:t>Ask relevant facts</a:t>
            </a:r>
          </a:p>
          <a:p xmlns:a="http://schemas.openxmlformats.org/drawingml/2006/main">
            <a:pPr algn="ctr">
              <a:defRPr sz="1500" b="1">
                <a:solidFill>
                  <a:srgbClr val="234F7B"/>
                </a:solidFill>
                <a:latin typeface="Arial Bold"/>
                <a:ea typeface="Arial Bold"/>
                <a:cs typeface="Arial Bold"/>
              </a:defRPr>
            </a:pPr>
            <a:r>
              <a:rPr sz="1500" b="1">
                <a:solidFill>
                  <a:srgbClr val="117F80"/>
                </a:solidFill>
                <a:latin typeface="Arial Bold"/>
                <a:ea typeface="Arial Bold"/>
                <a:cs typeface="Arial Bold"/>
              </a:rPr>
              <a:t>Confirm key details</a:t>
            </a:r>
          </a:p>
        </p:txBody>
      </p:sp>
      <p:sp>
        <p:nvSpPr>
          <p:cNvPr id="13" name="">
            <a:extLst xmlns:a="http://schemas.openxmlformats.org/drawingml/2006/main">
              <a:ext uri="{FF2B5EF4-FFF2-40B4-BE49-F238E27FC236}">
                <a16:creationId xmlns:a16="http://schemas.microsoft.com/office/drawing/2014/main" id="{517EE9B2-6216-414F-AC42-F24FD0646EEE}"/>
              </a:ext>
            </a:extLst>
          </p:cNvPr>
          <p:cNvSpPr>
            <a:spLocks xmlns:a="http://schemas.openxmlformats.org/drawingml/2006/main" noGrp="1"/>
          </p:cNvSpPr>
          <p:nvPr/>
        </p:nvSpPr>
        <p:spPr>
          <a:xfrm xmlns:a="http://schemas.openxmlformats.org/drawingml/2006/main">
            <a:off x="8286750" y="3619500"/>
            <a:ext cx="3286125" cy="638175"/>
          </a:xfrm>
          <a:prstGeom xmlns:a="http://schemas.openxmlformats.org/drawingml/2006/main" prst="roundRect">
            <a:avLst>
              <a:gd name="adj" fmla="val 11940"/>
            </a:avLst>
          </a:prstGeom>
          <a:solidFill xmlns:a="http://schemas.openxmlformats.org/drawingml/2006/main">
            <a:srgbClr val="EAF6F3"/>
          </a:solidFill>
          <a:ln xmlns:a="http://schemas.openxmlformats.org/drawingml/2006/main" w="14288">
            <a:solidFill>
              <a:srgbClr val="117F80"/>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500" b="1">
                <a:solidFill>
                  <a:srgbClr val="117F80"/>
                </a:solidFill>
                <a:latin typeface="Arial Bold"/>
                <a:ea typeface="Arial Bold"/>
                <a:cs typeface="Arial Bold"/>
              </a:rPr>
              <a:t>Regulatory route, IP and ABS</a:t>
            </a:r>
          </a:p>
          <a:p xmlns:a="http://schemas.openxmlformats.org/drawingml/2006/main">
            <a:pPr algn="ctr">
              <a:defRPr sz="1500" b="1">
                <a:solidFill>
                  <a:srgbClr val="234F7B"/>
                </a:solidFill>
                <a:latin typeface="Arial Bold"/>
                <a:ea typeface="Arial Bold"/>
                <a:cs typeface="Arial Bold"/>
              </a:defRPr>
            </a:pPr>
            <a:r>
              <a:rPr sz="1500" b="1">
                <a:solidFill>
                  <a:srgbClr val="117F80"/>
                </a:solidFill>
                <a:latin typeface="Arial Bold"/>
                <a:ea typeface="Arial Bold"/>
                <a:cs typeface="Arial Bold"/>
              </a:rPr>
              <a:t>Separate assessments</a:t>
            </a:r>
          </a:p>
        </p:txBody>
      </p:sp>
      <p:sp>
        <p:nvSpPr>
          <p:cNvPr id="14" name="">
            <a:extLst xmlns:a="http://schemas.openxmlformats.org/drawingml/2006/main">
              <a:ext uri="{FF2B5EF4-FFF2-40B4-BE49-F238E27FC236}">
                <a16:creationId xmlns:a16="http://schemas.microsoft.com/office/drawing/2014/main" id="{C6CF4EE0-75EB-41C7-AC8C-FBFD777E0BAD}"/>
              </a:ext>
            </a:extLst>
          </p:cNvPr>
          <p:cNvSpPr>
            <a:spLocks xmlns:a="http://schemas.openxmlformats.org/drawingml/2006/main" noGrp="1"/>
          </p:cNvSpPr>
          <p:nvPr/>
        </p:nvSpPr>
        <p:spPr>
          <a:xfrm xmlns:a="http://schemas.openxmlformats.org/drawingml/2006/main">
            <a:off x="4000500" y="4105275"/>
            <a:ext cx="4191000" cy="647700"/>
          </a:xfrm>
          <a:prstGeom xmlns:a="http://schemas.openxmlformats.org/drawingml/2006/main" prst="roundRect">
            <a:avLst>
              <a:gd name="adj" fmla="val 11765"/>
            </a:avLst>
          </a:prstGeom>
          <a:solidFill xmlns:a="http://schemas.openxmlformats.org/drawingml/2006/main">
            <a:srgbClr val="234F7B"/>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500" b="1">
                <a:solidFill>
                  <a:srgbClr val="FFFFFF"/>
                </a:solidFill>
                <a:latin typeface="Arial Bold"/>
                <a:ea typeface="Arial Bold"/>
                <a:cs typeface="Arial Bold"/>
              </a:rPr>
              <a:t>Retrieve official provisions</a:t>
            </a:r>
          </a:p>
          <a:p xmlns:a="http://schemas.openxmlformats.org/drawingml/2006/main">
            <a:pPr algn="ctr">
              <a:defRPr sz="1500" b="1">
                <a:solidFill>
                  <a:srgbClr val="234F7B"/>
                </a:solidFill>
                <a:latin typeface="Arial Bold"/>
                <a:ea typeface="Arial Bold"/>
                <a:cs typeface="Arial Bold"/>
              </a:defRPr>
            </a:pPr>
            <a:r>
              <a:rPr sz="1500" b="1">
                <a:solidFill>
                  <a:srgbClr val="FFFFFF"/>
                </a:solidFill>
                <a:latin typeface="Arial Bold"/>
                <a:ea typeface="Arial Bold"/>
                <a:cs typeface="Arial Bold"/>
              </a:rPr>
              <a:t>Check dates and exceptions</a:t>
            </a:r>
          </a:p>
        </p:txBody>
      </p:sp>
      <p:sp>
        <p:nvSpPr>
          <p:cNvPr id="15" name="">
            <a:extLst xmlns:a="http://schemas.openxmlformats.org/drawingml/2006/main">
              <a:ext uri="{FF2B5EF4-FFF2-40B4-BE49-F238E27FC236}">
                <a16:creationId xmlns:a16="http://schemas.microsoft.com/office/drawing/2014/main" id="{211472AA-ED0A-41E9-BEE0-4B153EC4B182}"/>
              </a:ext>
            </a:extLst>
          </p:cNvPr>
          <p:cNvSpPr>
            <a:spLocks xmlns:a="http://schemas.openxmlformats.org/drawingml/2006/main" noGrp="1"/>
          </p:cNvSpPr>
          <p:nvPr/>
        </p:nvSpPr>
        <p:spPr>
          <a:xfrm xmlns:a="http://schemas.openxmlformats.org/drawingml/2006/main">
            <a:off x="4953000" y="5086350"/>
            <a:ext cx="2286000" cy="876300"/>
          </a:xfrm>
          <a:prstGeom xmlns:a="http://schemas.openxmlformats.org/drawingml/2006/main" prst="diamond">
            <a:avLst/>
          </a:prstGeom>
          <a:solidFill xmlns:a="http://schemas.openxmlformats.org/drawingml/2006/main">
            <a:srgbClr val="F1F4F7"/>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r>
              <a:t/>
            </a:r>
          </a:p>
        </p:txBody>
      </p:sp>
      <p:sp>
        <p:nvSpPr>
          <p:cNvPr id="16" name="">
            <a:extLst xmlns:a="http://schemas.openxmlformats.org/drawingml/2006/main">
              <a:ext uri="{FF2B5EF4-FFF2-40B4-BE49-F238E27FC236}">
                <a16:creationId xmlns:a16="http://schemas.microsoft.com/office/drawing/2014/main" id="{3C5FFA7B-8D96-42E0-AF5A-5545F2EE4D81}"/>
              </a:ext>
            </a:extLst>
          </p:cNvPr>
          <p:cNvSpPr>
            <a:spLocks xmlns:a="http://schemas.openxmlformats.org/drawingml/2006/main" noGrp="1"/>
          </p:cNvSpPr>
          <p:nvPr/>
        </p:nvSpPr>
        <p:spPr>
          <a:xfrm xmlns:a="http://schemas.openxmlformats.org/drawingml/2006/main">
            <a:off x="5143500" y="5314950"/>
            <a:ext cx="190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1">
                <a:solidFill>
                  <a:srgbClr val="234F7B"/>
                </a:solidFill>
                <a:latin typeface="Arial Bold"/>
                <a:ea typeface="Arial Bold"/>
                <a:cs typeface="Arial Bold"/>
              </a:defRPr>
            </a:pPr>
            <a:r>
              <a:rPr sz="1350" b="1">
                <a:solidFill>
                  <a:srgbClr val="234F7B"/>
                </a:solidFill>
                <a:latin typeface="Arial Bold"/>
                <a:ea typeface="Arial Bold"/>
                <a:cs typeface="Arial Bold"/>
              </a:rPr>
              <a:t>Evidence</a:t>
            </a:r>
          </a:p>
          <a:p xmlns:a="http://schemas.openxmlformats.org/drawingml/2006/main">
            <a:pPr algn="ctr">
              <a:defRPr sz="1350" b="1">
                <a:solidFill>
                  <a:srgbClr val="234F7B"/>
                </a:solidFill>
                <a:latin typeface="Arial Bold"/>
                <a:ea typeface="Arial Bold"/>
                <a:cs typeface="Arial Bold"/>
              </a:defRPr>
            </a:pPr>
            <a:r>
              <a:rPr sz="1350" b="1">
                <a:solidFill>
                  <a:srgbClr val="234F7B"/>
                </a:solidFill>
                <a:latin typeface="Arial Bold"/>
                <a:ea typeface="Arial Bold"/>
                <a:cs typeface="Arial Bold"/>
              </a:rPr>
              <a:t>sufficient?</a:t>
            </a:r>
          </a:p>
        </p:txBody>
      </p:sp>
      <p:sp>
        <p:nvSpPr>
          <p:cNvPr id="17" name="">
            <a:extLst xmlns:a="http://schemas.openxmlformats.org/drawingml/2006/main">
              <a:ext uri="{FF2B5EF4-FFF2-40B4-BE49-F238E27FC236}">
                <a16:creationId xmlns:a16="http://schemas.microsoft.com/office/drawing/2014/main" id="{6E21470A-9D01-44BE-B657-15FC986CC8BA}"/>
              </a:ext>
            </a:extLst>
          </p:cNvPr>
          <p:cNvSpPr>
            <a:spLocks xmlns:a="http://schemas.openxmlformats.org/drawingml/2006/main" noGrp="1"/>
          </p:cNvSpPr>
          <p:nvPr/>
        </p:nvSpPr>
        <p:spPr>
          <a:xfrm xmlns:a="http://schemas.openxmlformats.org/drawingml/2006/main">
            <a:off x="619125" y="5248275"/>
            <a:ext cx="3048000" cy="723900"/>
          </a:xfrm>
          <a:prstGeom xmlns:a="http://schemas.openxmlformats.org/drawingml/2006/main" prst="roundRect">
            <a:avLst>
              <a:gd name="adj" fmla="val 10526"/>
            </a:avLst>
          </a:prstGeom>
          <a:solidFill xmlns:a="http://schemas.openxmlformats.org/drawingml/2006/main">
            <a:srgbClr val="117F80"/>
          </a:solidFill>
          <a:ln xmlns:a="http://schemas.openxmlformats.org/drawingml/2006/main" w="9525">
            <a:solidFill>
              <a:srgbClr val="117F80"/>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500" b="1">
                <a:solidFill>
                  <a:srgbClr val="FFFFFF"/>
                </a:solidFill>
                <a:latin typeface="Arial Bold"/>
                <a:ea typeface="Arial Bold"/>
                <a:cs typeface="Arial Bold"/>
              </a:rPr>
              <a:t>CITED ACTION PLAN</a:t>
            </a:r>
          </a:p>
          <a:p xmlns:a="http://schemas.openxmlformats.org/drawingml/2006/main">
            <a:pPr algn="ctr">
              <a:defRPr sz="1500" b="1">
                <a:solidFill>
                  <a:srgbClr val="234F7B"/>
                </a:solidFill>
                <a:latin typeface="Arial Bold"/>
                <a:ea typeface="Arial Bold"/>
                <a:cs typeface="Arial Bold"/>
              </a:defRPr>
            </a:pPr>
            <a:r>
              <a:rPr sz="1500" b="1">
                <a:solidFill>
                  <a:srgbClr val="FFFFFF"/>
                </a:solidFill>
                <a:latin typeface="Arial Bold"/>
                <a:ea typeface="Arial Bold"/>
                <a:cs typeface="Arial Bold"/>
              </a:rPr>
              <a:t>Sources, next steps and forms</a:t>
            </a:r>
          </a:p>
        </p:txBody>
      </p:sp>
      <p:sp>
        <p:nvSpPr>
          <p:cNvPr id="18" name="">
            <a:extLst xmlns:a="http://schemas.openxmlformats.org/drawingml/2006/main">
              <a:ext uri="{FF2B5EF4-FFF2-40B4-BE49-F238E27FC236}">
                <a16:creationId xmlns:a16="http://schemas.microsoft.com/office/drawing/2014/main" id="{380F18E5-4B15-40F8-9CCA-4782E14714E8}"/>
              </a:ext>
            </a:extLst>
          </p:cNvPr>
          <p:cNvSpPr>
            <a:spLocks xmlns:a="http://schemas.openxmlformats.org/drawingml/2006/main" noGrp="1"/>
          </p:cNvSpPr>
          <p:nvPr/>
        </p:nvSpPr>
        <p:spPr>
          <a:xfrm xmlns:a="http://schemas.openxmlformats.org/drawingml/2006/main">
            <a:off x="8410575" y="5153025"/>
            <a:ext cx="3257550" cy="933450"/>
          </a:xfrm>
          <a:prstGeom xmlns:a="http://schemas.openxmlformats.org/drawingml/2006/main" prst="roundRect">
            <a:avLst>
              <a:gd name="adj" fmla="val 8163"/>
            </a:avLst>
          </a:prstGeom>
          <a:solidFill xmlns:a="http://schemas.openxmlformats.org/drawingml/2006/main">
            <a:srgbClr val="FFF6E9"/>
          </a:solidFill>
          <a:ln xmlns:a="http://schemas.openxmlformats.org/drawingml/2006/main" w="14288">
            <a:solidFill>
              <a:srgbClr val="B58A43"/>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350" b="1">
                <a:solidFill>
                  <a:srgbClr val="75511D"/>
                </a:solidFill>
                <a:latin typeface="Arial Bold"/>
                <a:ea typeface="Arial Bold"/>
                <a:cs typeface="Arial Bold"/>
              </a:rPr>
              <a:t>MISSING OR CONFLICTING EVIDENCE</a:t>
            </a:r>
          </a:p>
          <a:p xmlns:a="http://schemas.openxmlformats.org/drawingml/2006/main">
            <a:pPr algn="ctr">
              <a:defRPr sz="1500" b="1">
                <a:solidFill>
                  <a:srgbClr val="234F7B"/>
                </a:solidFill>
                <a:latin typeface="Arial Bold"/>
                <a:ea typeface="Arial Bold"/>
                <a:cs typeface="Arial Bold"/>
              </a:defRPr>
            </a:pPr>
            <a:r>
              <a:rPr sz="1350" b="1">
                <a:solidFill>
                  <a:srgbClr val="75511D"/>
                </a:solidFill>
                <a:latin typeface="Arial Bold"/>
                <a:ea typeface="Arial Bold"/>
                <a:cs typeface="Arial Bold"/>
              </a:rPr>
              <a:t>One retrieval retry, then partial</a:t>
            </a:r>
          </a:p>
          <a:p xmlns:a="http://schemas.openxmlformats.org/drawingml/2006/main">
            <a:pPr algn="ctr">
              <a:defRPr sz="1500" b="1">
                <a:solidFill>
                  <a:srgbClr val="234F7B"/>
                </a:solidFill>
                <a:latin typeface="Arial Bold"/>
                <a:ea typeface="Arial Bold"/>
                <a:cs typeface="Arial Bold"/>
              </a:defRPr>
            </a:pPr>
            <a:r>
              <a:rPr sz="1350" b="1">
                <a:solidFill>
                  <a:srgbClr val="75511D"/>
                </a:solidFill>
                <a:latin typeface="Arial Bold"/>
                <a:ea typeface="Arial Bold"/>
                <a:cs typeface="Arial Bold"/>
              </a:rPr>
              <a:t>guidance or human review</a:t>
            </a:r>
          </a:p>
        </p:txBody>
      </p:sp>
      <p:sp>
        <p:nvSpPr>
          <p:cNvPr id="19" name="">
            <a:extLst xmlns:a="http://schemas.openxmlformats.org/drawingml/2006/main">
              <a:ext uri="{FF2B5EF4-FFF2-40B4-BE49-F238E27FC236}">
                <a16:creationId xmlns:a16="http://schemas.microsoft.com/office/drawing/2014/main" id="{02B462EE-AAD3-4FDD-9EA6-5C4718D00895}"/>
              </a:ext>
            </a:extLst>
          </p:cNvPr>
          <p:cNvSpPr>
            <a:spLocks xmlns:a="http://schemas.openxmlformats.org/drawingml/2006/main" noGrp="1"/>
          </p:cNvSpPr>
          <p:nvPr/>
        </p:nvSpPr>
        <p:spPr>
          <a:xfrm xmlns:a="http://schemas.openxmlformats.org/drawingml/2006/main">
            <a:off x="6096000" y="1581150"/>
            <a:ext cx="9525" cy="228600"/>
          </a:xfrm>
          <a:custGeom xmlns:a="http://schemas.openxmlformats.org/drawingml/2006/main">
            <a:pathLst>
              <a:path w="9525" h="228600">
                <a:moveTo>
                  <a:pt x="0" y="0"/>
                </a:moveTo>
                <a:lnTo>
                  <a:pt x="0" y="228600"/>
                </a:lnTo>
              </a:path>
            </a:pathLst>
          </a:custGeom>
          <a:noFill xmlns:a="http://schemas.openxmlformats.org/drawingml/2006/main"/>
          <a:ln xmlns:a="http://schemas.openxmlformats.org/drawingml/2006/main" w="15240">
            <a:solidFill>
              <a:srgbClr val="234F7B"/>
            </a:solidFill>
          </a:ln>
        </p:spPr>
      </p:sp>
      <p:sp>
        <p:nvSpPr>
          <p:cNvPr id="20" name="">
            <a:extLst xmlns:a="http://schemas.openxmlformats.org/drawingml/2006/main">
              <a:ext uri="{FF2B5EF4-FFF2-40B4-BE49-F238E27FC236}">
                <a16:creationId xmlns:a16="http://schemas.microsoft.com/office/drawing/2014/main" id="{889DD179-618C-4E08-8810-0BBB00D4AABE}"/>
              </a:ext>
            </a:extLst>
          </p:cNvPr>
          <p:cNvSpPr>
            <a:spLocks xmlns:a="http://schemas.openxmlformats.org/drawingml/2006/main" noGrp="1"/>
          </p:cNvSpPr>
          <p:nvPr/>
        </p:nvSpPr>
        <p:spPr>
          <a:xfrm xmlns:a="http://schemas.openxmlformats.org/drawingml/2006/main">
            <a:off x="6057900" y="1733550"/>
            <a:ext cx="76200" cy="76200"/>
          </a:xfrm>
          <a:custGeom xmlns:a="http://schemas.openxmlformats.org/drawingml/2006/main">
            <a:pathLst>
              <a:path w="76200" h="76200">
                <a:moveTo>
                  <a:pt x="38100" y="76200"/>
                </a:moveTo>
                <a:lnTo>
                  <a:pt x="0" y="0"/>
                </a:lnTo>
                <a:lnTo>
                  <a:pt x="76200" y="0"/>
                </a:lnTo>
                <a:close/>
              </a:path>
            </a:pathLst>
          </a:custGeom>
          <a:solidFill xmlns:a="http://schemas.openxmlformats.org/drawingml/2006/main">
            <a:srgbClr val="234F7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E87144F-49A8-4637-86C5-7DD48D34F944}"/>
              </a:ext>
            </a:extLst>
          </p:cNvPr>
          <p:cNvSpPr>
            <a:spLocks xmlns:a="http://schemas.openxmlformats.org/drawingml/2006/main" noGrp="1"/>
          </p:cNvSpPr>
          <p:nvPr/>
        </p:nvSpPr>
        <p:spPr>
          <a:xfrm xmlns:a="http://schemas.openxmlformats.org/drawingml/2006/main">
            <a:off x="6096000" y="2286000"/>
            <a:ext cx="9525" cy="228600"/>
          </a:xfrm>
          <a:custGeom xmlns:a="http://schemas.openxmlformats.org/drawingml/2006/main">
            <a:pathLst>
              <a:path w="9525" h="228600">
                <a:moveTo>
                  <a:pt x="0" y="0"/>
                </a:moveTo>
                <a:lnTo>
                  <a:pt x="0" y="228600"/>
                </a:lnTo>
              </a:path>
            </a:pathLst>
          </a:custGeom>
          <a:noFill xmlns:a="http://schemas.openxmlformats.org/drawingml/2006/main"/>
          <a:ln xmlns:a="http://schemas.openxmlformats.org/drawingml/2006/main" w="15240">
            <a:solidFill>
              <a:srgbClr val="234F7B"/>
            </a:solidFill>
          </a:ln>
        </p:spPr>
      </p:sp>
      <p:sp>
        <p:nvSpPr>
          <p:cNvPr id="22" name="">
            <a:extLst xmlns:a="http://schemas.openxmlformats.org/drawingml/2006/main">
              <a:ext uri="{FF2B5EF4-FFF2-40B4-BE49-F238E27FC236}">
                <a16:creationId xmlns:a16="http://schemas.microsoft.com/office/drawing/2014/main" id="{04493F51-0B2F-4E7D-9FC4-EE13CEF62B46}"/>
              </a:ext>
            </a:extLst>
          </p:cNvPr>
          <p:cNvSpPr>
            <a:spLocks xmlns:a="http://schemas.openxmlformats.org/drawingml/2006/main" noGrp="1"/>
          </p:cNvSpPr>
          <p:nvPr/>
        </p:nvSpPr>
        <p:spPr>
          <a:xfrm xmlns:a="http://schemas.openxmlformats.org/drawingml/2006/main">
            <a:off x="6057900" y="2438400"/>
            <a:ext cx="76200" cy="76200"/>
          </a:xfrm>
          <a:custGeom xmlns:a="http://schemas.openxmlformats.org/drawingml/2006/main">
            <a:pathLst>
              <a:path w="76200" h="76200">
                <a:moveTo>
                  <a:pt x="38100" y="76200"/>
                </a:moveTo>
                <a:lnTo>
                  <a:pt x="0" y="0"/>
                </a:lnTo>
                <a:lnTo>
                  <a:pt x="76200" y="0"/>
                </a:lnTo>
                <a:close/>
              </a:path>
            </a:pathLst>
          </a:custGeom>
          <a:solidFill xmlns:a="http://schemas.openxmlformats.org/drawingml/2006/main">
            <a:srgbClr val="234F7B"/>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E1D3A73-E5DE-4D67-8D2F-14C13BD2CE37}"/>
              </a:ext>
            </a:extLst>
          </p:cNvPr>
          <p:cNvSpPr>
            <a:spLocks xmlns:a="http://schemas.openxmlformats.org/drawingml/2006/main" noGrp="1"/>
          </p:cNvSpPr>
          <p:nvPr/>
        </p:nvSpPr>
        <p:spPr>
          <a:xfrm xmlns:a="http://schemas.openxmlformats.org/drawingml/2006/main">
            <a:off x="3619500" y="2943225"/>
            <a:ext cx="1562100" cy="57150"/>
          </a:xfrm>
          <a:custGeom xmlns:a="http://schemas.openxmlformats.org/drawingml/2006/main">
            <a:pathLst>
              <a:path w="1562100" h="57150">
                <a:moveTo>
                  <a:pt x="1562100" y="0"/>
                </a:moveTo>
                <a:lnTo>
                  <a:pt x="742950" y="0"/>
                </a:lnTo>
                <a:lnTo>
                  <a:pt x="742950" y="57150"/>
                </a:lnTo>
                <a:lnTo>
                  <a:pt x="0" y="57150"/>
                </a:lnTo>
              </a:path>
            </a:pathLst>
          </a:custGeom>
          <a:noFill xmlns:a="http://schemas.openxmlformats.org/drawingml/2006/main"/>
          <a:ln xmlns:a="http://schemas.openxmlformats.org/drawingml/2006/main" w="15240">
            <a:solidFill>
              <a:srgbClr val="234F7B"/>
            </a:solidFill>
          </a:ln>
        </p:spPr>
      </p:sp>
      <p:sp>
        <p:nvSpPr>
          <p:cNvPr id="24" name="">
            <a:extLst xmlns:a="http://schemas.openxmlformats.org/drawingml/2006/main">
              <a:ext uri="{FF2B5EF4-FFF2-40B4-BE49-F238E27FC236}">
                <a16:creationId xmlns:a16="http://schemas.microsoft.com/office/drawing/2014/main" id="{FD2E9C0A-6497-43DF-BA14-D7E2B8FE4676}"/>
              </a:ext>
            </a:extLst>
          </p:cNvPr>
          <p:cNvSpPr>
            <a:spLocks xmlns:a="http://schemas.openxmlformats.org/drawingml/2006/main" noGrp="1"/>
          </p:cNvSpPr>
          <p:nvPr/>
        </p:nvSpPr>
        <p:spPr>
          <a:xfrm xmlns:a="http://schemas.openxmlformats.org/drawingml/2006/main">
            <a:off x="3619500" y="2962275"/>
            <a:ext cx="76200" cy="76200"/>
          </a:xfrm>
          <a:custGeom xmlns:a="http://schemas.openxmlformats.org/drawingml/2006/main">
            <a:pathLst>
              <a:path w="76200" h="76200">
                <a:moveTo>
                  <a:pt x="0" y="38100"/>
                </a:moveTo>
                <a:lnTo>
                  <a:pt x="76200" y="0"/>
                </a:lnTo>
                <a:lnTo>
                  <a:pt x="76200" y="76200"/>
                </a:lnTo>
                <a:close/>
              </a:path>
            </a:pathLst>
          </a:custGeom>
          <a:solidFill xmlns:a="http://schemas.openxmlformats.org/drawingml/2006/main">
            <a:srgbClr val="234F7B"/>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36B526E8-7B4C-4BD8-AF3E-3CFE4AAA0D8B}"/>
              </a:ext>
            </a:extLst>
          </p:cNvPr>
          <p:cNvSpPr>
            <a:spLocks xmlns:a="http://schemas.openxmlformats.org/drawingml/2006/main" noGrp="1"/>
          </p:cNvSpPr>
          <p:nvPr/>
        </p:nvSpPr>
        <p:spPr>
          <a:xfrm xmlns:a="http://schemas.openxmlformats.org/drawingml/2006/main">
            <a:off x="7010400" y="2943225"/>
            <a:ext cx="1581150" cy="9525"/>
          </a:xfrm>
          <a:custGeom xmlns:a="http://schemas.openxmlformats.org/drawingml/2006/main">
            <a:pathLst>
              <a:path w="1581150" h="9525">
                <a:moveTo>
                  <a:pt x="0" y="0"/>
                </a:moveTo>
                <a:lnTo>
                  <a:pt x="800100" y="0"/>
                </a:lnTo>
                <a:lnTo>
                  <a:pt x="800100" y="0"/>
                </a:lnTo>
                <a:lnTo>
                  <a:pt x="1581150" y="0"/>
                </a:lnTo>
              </a:path>
            </a:pathLst>
          </a:custGeom>
          <a:noFill xmlns:a="http://schemas.openxmlformats.org/drawingml/2006/main"/>
          <a:ln xmlns:a="http://schemas.openxmlformats.org/drawingml/2006/main" w="15240">
            <a:solidFill>
              <a:srgbClr val="234F7B"/>
            </a:solidFill>
          </a:ln>
        </p:spPr>
      </p:sp>
      <p:sp>
        <p:nvSpPr>
          <p:cNvPr id="26" name="">
            <a:extLst xmlns:a="http://schemas.openxmlformats.org/drawingml/2006/main">
              <a:ext uri="{FF2B5EF4-FFF2-40B4-BE49-F238E27FC236}">
                <a16:creationId xmlns:a16="http://schemas.microsoft.com/office/drawing/2014/main" id="{8EC5BE0B-38F9-4224-BC25-D8E9A541D1B4}"/>
              </a:ext>
            </a:extLst>
          </p:cNvPr>
          <p:cNvSpPr>
            <a:spLocks xmlns:a="http://schemas.openxmlformats.org/drawingml/2006/main" noGrp="1"/>
          </p:cNvSpPr>
          <p:nvPr/>
        </p:nvSpPr>
        <p:spPr>
          <a:xfrm xmlns:a="http://schemas.openxmlformats.org/drawingml/2006/main">
            <a:off x="8515350" y="2905125"/>
            <a:ext cx="76200" cy="76200"/>
          </a:xfrm>
          <a:custGeom xmlns:a="http://schemas.openxmlformats.org/drawingml/2006/main">
            <a:pathLst>
              <a:path w="76200" h="76200">
                <a:moveTo>
                  <a:pt x="76200" y="38100"/>
                </a:moveTo>
                <a:lnTo>
                  <a:pt x="0" y="76200"/>
                </a:lnTo>
                <a:lnTo>
                  <a:pt x="0" y="0"/>
                </a:lnTo>
                <a:close/>
              </a:path>
            </a:pathLst>
          </a:custGeom>
          <a:solidFill xmlns:a="http://schemas.openxmlformats.org/drawingml/2006/main">
            <a:srgbClr val="234F7B"/>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F76AD992-E92C-426D-9DD6-E6C2F41A1584}"/>
              </a:ext>
            </a:extLst>
          </p:cNvPr>
          <p:cNvSpPr>
            <a:spLocks xmlns:a="http://schemas.openxmlformats.org/drawingml/2006/main" noGrp="1"/>
          </p:cNvSpPr>
          <p:nvPr/>
        </p:nvSpPr>
        <p:spPr>
          <a:xfrm xmlns:a="http://schemas.openxmlformats.org/drawingml/2006/main">
            <a:off x="9925050" y="3286125"/>
            <a:ext cx="114300" cy="333375"/>
          </a:xfrm>
          <a:custGeom xmlns:a="http://schemas.openxmlformats.org/drawingml/2006/main">
            <a:pathLst>
              <a:path w="114300" h="333375">
                <a:moveTo>
                  <a:pt x="114300" y="0"/>
                </a:moveTo>
                <a:lnTo>
                  <a:pt x="114300" y="190500"/>
                </a:lnTo>
                <a:lnTo>
                  <a:pt x="0" y="190500"/>
                </a:lnTo>
                <a:lnTo>
                  <a:pt x="0" y="333375"/>
                </a:lnTo>
              </a:path>
            </a:pathLst>
          </a:custGeom>
          <a:noFill xmlns:a="http://schemas.openxmlformats.org/drawingml/2006/main"/>
          <a:ln xmlns:a="http://schemas.openxmlformats.org/drawingml/2006/main" w="15240">
            <a:solidFill>
              <a:srgbClr val="234F7B"/>
            </a:solidFill>
          </a:ln>
        </p:spPr>
      </p:sp>
      <p:sp>
        <p:nvSpPr>
          <p:cNvPr id="28" name="">
            <a:extLst xmlns:a="http://schemas.openxmlformats.org/drawingml/2006/main">
              <a:ext uri="{FF2B5EF4-FFF2-40B4-BE49-F238E27FC236}">
                <a16:creationId xmlns:a16="http://schemas.microsoft.com/office/drawing/2014/main" id="{2F8FD695-19F7-43E9-9651-54863CDBE1F5}"/>
              </a:ext>
            </a:extLst>
          </p:cNvPr>
          <p:cNvSpPr>
            <a:spLocks xmlns:a="http://schemas.openxmlformats.org/drawingml/2006/main" noGrp="1"/>
          </p:cNvSpPr>
          <p:nvPr/>
        </p:nvSpPr>
        <p:spPr>
          <a:xfrm xmlns:a="http://schemas.openxmlformats.org/drawingml/2006/main">
            <a:off x="9886950" y="3543300"/>
            <a:ext cx="76200" cy="76200"/>
          </a:xfrm>
          <a:custGeom xmlns:a="http://schemas.openxmlformats.org/drawingml/2006/main">
            <a:pathLst>
              <a:path w="76200" h="76200">
                <a:moveTo>
                  <a:pt x="38100" y="76200"/>
                </a:moveTo>
                <a:lnTo>
                  <a:pt x="0" y="0"/>
                </a:lnTo>
                <a:lnTo>
                  <a:pt x="76200" y="0"/>
                </a:lnTo>
                <a:close/>
              </a:path>
            </a:pathLst>
          </a:custGeom>
          <a:solidFill xmlns:a="http://schemas.openxmlformats.org/drawingml/2006/main">
            <a:srgbClr val="234F7B"/>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AC286A25-AEC7-4C63-B4ED-E74D0C6A1D78}"/>
              </a:ext>
            </a:extLst>
          </p:cNvPr>
          <p:cNvSpPr>
            <a:spLocks xmlns:a="http://schemas.openxmlformats.org/drawingml/2006/main" noGrp="1"/>
          </p:cNvSpPr>
          <p:nvPr/>
        </p:nvSpPr>
        <p:spPr>
          <a:xfrm xmlns:a="http://schemas.openxmlformats.org/drawingml/2006/main">
            <a:off x="8191500" y="3933825"/>
            <a:ext cx="95250" cy="495300"/>
          </a:xfrm>
          <a:custGeom xmlns:a="http://schemas.openxmlformats.org/drawingml/2006/main">
            <a:pathLst>
              <a:path w="95250" h="495300">
                <a:moveTo>
                  <a:pt x="95250" y="0"/>
                </a:moveTo>
                <a:lnTo>
                  <a:pt x="47625" y="0"/>
                </a:lnTo>
                <a:lnTo>
                  <a:pt x="47625" y="495300"/>
                </a:lnTo>
                <a:lnTo>
                  <a:pt x="0" y="495300"/>
                </a:lnTo>
              </a:path>
            </a:pathLst>
          </a:custGeom>
          <a:noFill xmlns:a="http://schemas.openxmlformats.org/drawingml/2006/main"/>
          <a:ln xmlns:a="http://schemas.openxmlformats.org/drawingml/2006/main" w="15240">
            <a:solidFill>
              <a:srgbClr val="234F7B"/>
            </a:solidFill>
          </a:ln>
        </p:spPr>
      </p:sp>
      <p:sp>
        <p:nvSpPr>
          <p:cNvPr id="30" name="">
            <a:extLst xmlns:a="http://schemas.openxmlformats.org/drawingml/2006/main">
              <a:ext uri="{FF2B5EF4-FFF2-40B4-BE49-F238E27FC236}">
                <a16:creationId xmlns:a16="http://schemas.microsoft.com/office/drawing/2014/main" id="{52E44962-9F78-4D99-9B80-3A6EEAB1DF22}"/>
              </a:ext>
            </a:extLst>
          </p:cNvPr>
          <p:cNvSpPr>
            <a:spLocks xmlns:a="http://schemas.openxmlformats.org/drawingml/2006/main" noGrp="1"/>
          </p:cNvSpPr>
          <p:nvPr/>
        </p:nvSpPr>
        <p:spPr>
          <a:xfrm xmlns:a="http://schemas.openxmlformats.org/drawingml/2006/main">
            <a:off x="8191500" y="4391025"/>
            <a:ext cx="76200" cy="76200"/>
          </a:xfrm>
          <a:custGeom xmlns:a="http://schemas.openxmlformats.org/drawingml/2006/main">
            <a:pathLst>
              <a:path w="76200" h="76200">
                <a:moveTo>
                  <a:pt x="0" y="38100"/>
                </a:moveTo>
                <a:lnTo>
                  <a:pt x="76200" y="0"/>
                </a:lnTo>
                <a:lnTo>
                  <a:pt x="76200" y="76200"/>
                </a:lnTo>
                <a:close/>
              </a:path>
            </a:pathLst>
          </a:custGeom>
          <a:solidFill xmlns:a="http://schemas.openxmlformats.org/drawingml/2006/main">
            <a:srgbClr val="234F7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86DCDEDD-13E4-4069-9789-CC99E1DBAED4}"/>
              </a:ext>
            </a:extLst>
          </p:cNvPr>
          <p:cNvSpPr>
            <a:spLocks xmlns:a="http://schemas.openxmlformats.org/drawingml/2006/main" noGrp="1"/>
          </p:cNvSpPr>
          <p:nvPr/>
        </p:nvSpPr>
        <p:spPr>
          <a:xfrm xmlns:a="http://schemas.openxmlformats.org/drawingml/2006/main">
            <a:off x="2162175" y="3324225"/>
            <a:ext cx="1838325" cy="1104900"/>
          </a:xfrm>
          <a:custGeom xmlns:a="http://schemas.openxmlformats.org/drawingml/2006/main">
            <a:pathLst>
              <a:path w="1838325" h="1104900">
                <a:moveTo>
                  <a:pt x="0" y="0"/>
                </a:moveTo>
                <a:lnTo>
                  <a:pt x="0" y="1104900"/>
                </a:lnTo>
                <a:lnTo>
                  <a:pt x="1838325" y="1104900"/>
                </a:lnTo>
              </a:path>
            </a:pathLst>
          </a:custGeom>
          <a:noFill xmlns:a="http://schemas.openxmlformats.org/drawingml/2006/main"/>
          <a:ln xmlns:a="http://schemas.openxmlformats.org/drawingml/2006/main" w="15240">
            <a:solidFill>
              <a:srgbClr val="234F7B"/>
            </a:solidFill>
          </a:ln>
        </p:spPr>
      </p:sp>
      <p:sp>
        <p:nvSpPr>
          <p:cNvPr id="32" name="">
            <a:extLst xmlns:a="http://schemas.openxmlformats.org/drawingml/2006/main">
              <a:ext uri="{FF2B5EF4-FFF2-40B4-BE49-F238E27FC236}">
                <a16:creationId xmlns:a16="http://schemas.microsoft.com/office/drawing/2014/main" id="{F65F356B-9493-4A40-AEA0-BE47264626A5}"/>
              </a:ext>
            </a:extLst>
          </p:cNvPr>
          <p:cNvSpPr>
            <a:spLocks xmlns:a="http://schemas.openxmlformats.org/drawingml/2006/main" noGrp="1"/>
          </p:cNvSpPr>
          <p:nvPr/>
        </p:nvSpPr>
        <p:spPr>
          <a:xfrm xmlns:a="http://schemas.openxmlformats.org/drawingml/2006/main">
            <a:off x="3924300" y="4391025"/>
            <a:ext cx="76200" cy="76200"/>
          </a:xfrm>
          <a:custGeom xmlns:a="http://schemas.openxmlformats.org/drawingml/2006/main">
            <a:pathLst>
              <a:path w="76200" h="76200">
                <a:moveTo>
                  <a:pt x="76200" y="38100"/>
                </a:moveTo>
                <a:lnTo>
                  <a:pt x="0" y="76200"/>
                </a:lnTo>
                <a:lnTo>
                  <a:pt x="0" y="0"/>
                </a:lnTo>
                <a:close/>
              </a:path>
            </a:pathLst>
          </a:custGeom>
          <a:solidFill xmlns:a="http://schemas.openxmlformats.org/drawingml/2006/main">
            <a:srgbClr val="234F7B"/>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72F7A1BF-AADF-4F68-8F73-5FD6A377A080}"/>
              </a:ext>
            </a:extLst>
          </p:cNvPr>
          <p:cNvSpPr>
            <a:spLocks xmlns:a="http://schemas.openxmlformats.org/drawingml/2006/main" noGrp="1"/>
          </p:cNvSpPr>
          <p:nvPr/>
        </p:nvSpPr>
        <p:spPr>
          <a:xfrm xmlns:a="http://schemas.openxmlformats.org/drawingml/2006/main">
            <a:off x="6096000" y="4752975"/>
            <a:ext cx="9525" cy="333375"/>
          </a:xfrm>
          <a:custGeom xmlns:a="http://schemas.openxmlformats.org/drawingml/2006/main">
            <a:pathLst>
              <a:path w="9525" h="333375">
                <a:moveTo>
                  <a:pt x="0" y="0"/>
                </a:moveTo>
                <a:lnTo>
                  <a:pt x="0" y="333375"/>
                </a:lnTo>
              </a:path>
            </a:pathLst>
          </a:custGeom>
          <a:noFill xmlns:a="http://schemas.openxmlformats.org/drawingml/2006/main"/>
          <a:ln xmlns:a="http://schemas.openxmlformats.org/drawingml/2006/main" w="15240">
            <a:solidFill>
              <a:srgbClr val="234F7B"/>
            </a:solidFill>
          </a:ln>
        </p:spPr>
      </p:sp>
      <p:sp>
        <p:nvSpPr>
          <p:cNvPr id="34" name="">
            <a:extLst xmlns:a="http://schemas.openxmlformats.org/drawingml/2006/main">
              <a:ext uri="{FF2B5EF4-FFF2-40B4-BE49-F238E27FC236}">
                <a16:creationId xmlns:a16="http://schemas.microsoft.com/office/drawing/2014/main" id="{ABEED658-3394-44B2-AE82-B5140B7BCB02}"/>
              </a:ext>
            </a:extLst>
          </p:cNvPr>
          <p:cNvSpPr>
            <a:spLocks xmlns:a="http://schemas.openxmlformats.org/drawingml/2006/main" noGrp="1"/>
          </p:cNvSpPr>
          <p:nvPr/>
        </p:nvSpPr>
        <p:spPr>
          <a:xfrm xmlns:a="http://schemas.openxmlformats.org/drawingml/2006/main">
            <a:off x="6057900" y="5010150"/>
            <a:ext cx="76200" cy="76200"/>
          </a:xfrm>
          <a:custGeom xmlns:a="http://schemas.openxmlformats.org/drawingml/2006/main">
            <a:pathLst>
              <a:path w="76200" h="76200">
                <a:moveTo>
                  <a:pt x="38100" y="76200"/>
                </a:moveTo>
                <a:lnTo>
                  <a:pt x="0" y="0"/>
                </a:lnTo>
                <a:lnTo>
                  <a:pt x="76200" y="0"/>
                </a:lnTo>
                <a:close/>
              </a:path>
            </a:pathLst>
          </a:custGeom>
          <a:solidFill xmlns:a="http://schemas.openxmlformats.org/drawingml/2006/main">
            <a:srgbClr val="234F7B"/>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CB571CF2-C429-4214-92DC-49ADCA98EC6C}"/>
              </a:ext>
            </a:extLst>
          </p:cNvPr>
          <p:cNvSpPr>
            <a:spLocks xmlns:a="http://schemas.openxmlformats.org/drawingml/2006/main" noGrp="1"/>
          </p:cNvSpPr>
          <p:nvPr/>
        </p:nvSpPr>
        <p:spPr>
          <a:xfrm xmlns:a="http://schemas.openxmlformats.org/drawingml/2006/main">
            <a:off x="3667125" y="5524500"/>
            <a:ext cx="1285875" cy="85725"/>
          </a:xfrm>
          <a:custGeom xmlns:a="http://schemas.openxmlformats.org/drawingml/2006/main">
            <a:pathLst>
              <a:path w="1285875" h="85725">
                <a:moveTo>
                  <a:pt x="1285875" y="0"/>
                </a:moveTo>
                <a:lnTo>
                  <a:pt x="666750" y="0"/>
                </a:lnTo>
                <a:lnTo>
                  <a:pt x="666750" y="85725"/>
                </a:lnTo>
                <a:lnTo>
                  <a:pt x="0" y="85725"/>
                </a:lnTo>
              </a:path>
            </a:pathLst>
          </a:custGeom>
          <a:noFill xmlns:a="http://schemas.openxmlformats.org/drawingml/2006/main"/>
          <a:ln xmlns:a="http://schemas.openxmlformats.org/drawingml/2006/main" w="15240">
            <a:solidFill>
              <a:srgbClr val="234F7B"/>
            </a:solidFill>
          </a:ln>
        </p:spPr>
      </p:sp>
      <p:sp>
        <p:nvSpPr>
          <p:cNvPr id="36" name="">
            <a:extLst xmlns:a="http://schemas.openxmlformats.org/drawingml/2006/main">
              <a:ext uri="{FF2B5EF4-FFF2-40B4-BE49-F238E27FC236}">
                <a16:creationId xmlns:a16="http://schemas.microsoft.com/office/drawing/2014/main" id="{E9B96445-D6A5-43D6-9D27-0836F1E4D436}"/>
              </a:ext>
            </a:extLst>
          </p:cNvPr>
          <p:cNvSpPr>
            <a:spLocks xmlns:a="http://schemas.openxmlformats.org/drawingml/2006/main" noGrp="1"/>
          </p:cNvSpPr>
          <p:nvPr/>
        </p:nvSpPr>
        <p:spPr>
          <a:xfrm xmlns:a="http://schemas.openxmlformats.org/drawingml/2006/main">
            <a:off x="3667125" y="5572125"/>
            <a:ext cx="76200" cy="76200"/>
          </a:xfrm>
          <a:custGeom xmlns:a="http://schemas.openxmlformats.org/drawingml/2006/main">
            <a:pathLst>
              <a:path w="76200" h="76200">
                <a:moveTo>
                  <a:pt x="0" y="38100"/>
                </a:moveTo>
                <a:lnTo>
                  <a:pt x="76200" y="0"/>
                </a:lnTo>
                <a:lnTo>
                  <a:pt x="76200" y="76200"/>
                </a:lnTo>
                <a:close/>
              </a:path>
            </a:pathLst>
          </a:custGeom>
          <a:solidFill xmlns:a="http://schemas.openxmlformats.org/drawingml/2006/main">
            <a:srgbClr val="234F7B"/>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AD76371E-21EE-4764-BAD6-2142D7B56208}"/>
              </a:ext>
            </a:extLst>
          </p:cNvPr>
          <p:cNvSpPr>
            <a:spLocks xmlns:a="http://schemas.openxmlformats.org/drawingml/2006/main" noGrp="1"/>
          </p:cNvSpPr>
          <p:nvPr/>
        </p:nvSpPr>
        <p:spPr>
          <a:xfrm xmlns:a="http://schemas.openxmlformats.org/drawingml/2006/main">
            <a:off x="7239000" y="5524500"/>
            <a:ext cx="1171575" cy="95250"/>
          </a:xfrm>
          <a:custGeom xmlns:a="http://schemas.openxmlformats.org/drawingml/2006/main">
            <a:pathLst>
              <a:path w="1171575" h="95250">
                <a:moveTo>
                  <a:pt x="0" y="0"/>
                </a:moveTo>
                <a:lnTo>
                  <a:pt x="571500" y="0"/>
                </a:lnTo>
                <a:lnTo>
                  <a:pt x="571500" y="95250"/>
                </a:lnTo>
                <a:lnTo>
                  <a:pt x="1171575" y="95250"/>
                </a:lnTo>
              </a:path>
            </a:pathLst>
          </a:custGeom>
          <a:noFill xmlns:a="http://schemas.openxmlformats.org/drawingml/2006/main"/>
          <a:ln xmlns:a="http://schemas.openxmlformats.org/drawingml/2006/main" w="15240">
            <a:solidFill>
              <a:srgbClr val="234F7B"/>
            </a:solidFill>
          </a:ln>
        </p:spPr>
      </p:sp>
      <p:sp>
        <p:nvSpPr>
          <p:cNvPr id="38" name="">
            <a:extLst xmlns:a="http://schemas.openxmlformats.org/drawingml/2006/main">
              <a:ext uri="{FF2B5EF4-FFF2-40B4-BE49-F238E27FC236}">
                <a16:creationId xmlns:a16="http://schemas.microsoft.com/office/drawing/2014/main" id="{ECE51B26-ED86-4EE5-A348-42E395353CD3}"/>
              </a:ext>
            </a:extLst>
          </p:cNvPr>
          <p:cNvSpPr>
            <a:spLocks xmlns:a="http://schemas.openxmlformats.org/drawingml/2006/main" noGrp="1"/>
          </p:cNvSpPr>
          <p:nvPr/>
        </p:nvSpPr>
        <p:spPr>
          <a:xfrm xmlns:a="http://schemas.openxmlformats.org/drawingml/2006/main">
            <a:off x="8334375" y="5581650"/>
            <a:ext cx="76200" cy="76200"/>
          </a:xfrm>
          <a:custGeom xmlns:a="http://schemas.openxmlformats.org/drawingml/2006/main">
            <a:pathLst>
              <a:path w="76200" h="76200">
                <a:moveTo>
                  <a:pt x="76200" y="38100"/>
                </a:moveTo>
                <a:lnTo>
                  <a:pt x="0" y="76200"/>
                </a:lnTo>
                <a:lnTo>
                  <a:pt x="0" y="0"/>
                </a:lnTo>
                <a:close/>
              </a:path>
            </a:pathLst>
          </a:custGeom>
          <a:solidFill xmlns:a="http://schemas.openxmlformats.org/drawingml/2006/main">
            <a:srgbClr val="234F7B"/>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92C4B7AA-9E11-454E-B5F0-39EA4039A0C7}"/>
              </a:ext>
            </a:extLst>
          </p:cNvPr>
          <p:cNvSpPr>
            <a:spLocks xmlns:a="http://schemas.openxmlformats.org/drawingml/2006/main" noGrp="1"/>
          </p:cNvSpPr>
          <p:nvPr/>
        </p:nvSpPr>
        <p:spPr>
          <a:xfrm xmlns:a="http://schemas.openxmlformats.org/drawingml/2006/main">
            <a:off x="4171950" y="27908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75" b="0">
                <a:solidFill>
                  <a:srgbClr val="56636D"/>
                </a:solidFill>
                <a:latin typeface="Arial"/>
                <a:ea typeface="Arial"/>
                <a:cs typeface="Arial"/>
              </a:defRPr>
            </a:pPr>
            <a:r>
              <a:rPr sz="1275" b="0">
                <a:solidFill>
                  <a:srgbClr val="56636D"/>
                </a:solidFill>
                <a:latin typeface="Arial"/>
                <a:ea typeface="Arial"/>
                <a:cs typeface="Arial"/>
              </a:rPr>
              <a:t>No</a:t>
            </a:r>
          </a:p>
        </p:txBody>
      </p:sp>
      <p:sp>
        <p:nvSpPr>
          <p:cNvPr id="40" name="">
            <a:extLst xmlns:a="http://schemas.openxmlformats.org/drawingml/2006/main">
              <a:ext uri="{FF2B5EF4-FFF2-40B4-BE49-F238E27FC236}">
                <a16:creationId xmlns:a16="http://schemas.microsoft.com/office/drawing/2014/main" id="{6B60C2C9-A150-47D8-83AF-21778A827879}"/>
              </a:ext>
            </a:extLst>
          </p:cNvPr>
          <p:cNvSpPr>
            <a:spLocks xmlns:a="http://schemas.openxmlformats.org/drawingml/2006/main" noGrp="1"/>
          </p:cNvSpPr>
          <p:nvPr/>
        </p:nvSpPr>
        <p:spPr>
          <a:xfrm xmlns:a="http://schemas.openxmlformats.org/drawingml/2006/main">
            <a:off x="7524750" y="27908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75" b="0">
                <a:solidFill>
                  <a:srgbClr val="56636D"/>
                </a:solidFill>
                <a:latin typeface="Arial"/>
                <a:ea typeface="Arial"/>
                <a:cs typeface="Arial"/>
              </a:defRPr>
            </a:pPr>
            <a:r>
              <a:rPr sz="1275" b="0">
                <a:solidFill>
                  <a:srgbClr val="56636D"/>
                </a:solidFill>
                <a:latin typeface="Arial"/>
                <a:ea typeface="Arial"/>
                <a:cs typeface="Arial"/>
              </a:rPr>
              <a:t>Yes</a:t>
            </a:r>
          </a:p>
        </p:txBody>
      </p:sp>
      <p:sp>
        <p:nvSpPr>
          <p:cNvPr id="41" name="">
            <a:extLst xmlns:a="http://schemas.openxmlformats.org/drawingml/2006/main">
              <a:ext uri="{FF2B5EF4-FFF2-40B4-BE49-F238E27FC236}">
                <a16:creationId xmlns:a16="http://schemas.microsoft.com/office/drawing/2014/main" id="{00C5BCAB-A1CA-4D30-BB1B-C11141456727}"/>
              </a:ext>
            </a:extLst>
          </p:cNvPr>
          <p:cNvSpPr>
            <a:spLocks xmlns:a="http://schemas.openxmlformats.org/drawingml/2006/main" noGrp="1"/>
          </p:cNvSpPr>
          <p:nvPr/>
        </p:nvSpPr>
        <p:spPr>
          <a:xfrm xmlns:a="http://schemas.openxmlformats.org/drawingml/2006/main">
            <a:off x="4038600" y="5238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75" b="0">
                <a:solidFill>
                  <a:srgbClr val="56636D"/>
                </a:solidFill>
                <a:latin typeface="Arial"/>
                <a:ea typeface="Arial"/>
                <a:cs typeface="Arial"/>
              </a:defRPr>
            </a:pPr>
            <a:r>
              <a:rPr sz="1275" b="0">
                <a:solidFill>
                  <a:srgbClr val="56636D"/>
                </a:solidFill>
                <a:latin typeface="Arial"/>
                <a:ea typeface="Arial"/>
                <a:cs typeface="Arial"/>
              </a:rPr>
              <a:t>Yes</a:t>
            </a:r>
          </a:p>
        </p:txBody>
      </p:sp>
      <p:sp>
        <p:nvSpPr>
          <p:cNvPr id="42" name="">
            <a:extLst xmlns:a="http://schemas.openxmlformats.org/drawingml/2006/main">
              <a:ext uri="{FF2B5EF4-FFF2-40B4-BE49-F238E27FC236}">
                <a16:creationId xmlns:a16="http://schemas.microsoft.com/office/drawing/2014/main" id="{98216374-C85D-4C2B-AC15-724476EF53B7}"/>
              </a:ext>
            </a:extLst>
          </p:cNvPr>
          <p:cNvSpPr>
            <a:spLocks xmlns:a="http://schemas.openxmlformats.org/drawingml/2006/main" noGrp="1"/>
          </p:cNvSpPr>
          <p:nvPr/>
        </p:nvSpPr>
        <p:spPr>
          <a:xfrm xmlns:a="http://schemas.openxmlformats.org/drawingml/2006/main">
            <a:off x="7620000" y="5238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75" b="0">
                <a:solidFill>
                  <a:srgbClr val="56636D"/>
                </a:solidFill>
                <a:latin typeface="Arial"/>
                <a:ea typeface="Arial"/>
                <a:cs typeface="Arial"/>
              </a:defRPr>
            </a:pPr>
            <a:r>
              <a:rPr sz="1275" b="0">
                <a:solidFill>
                  <a:srgbClr val="56636D"/>
                </a:solidFill>
                <a:latin typeface="Arial"/>
                <a:ea typeface="Arial"/>
                <a:cs typeface="Arial"/>
              </a:rPr>
              <a:t>No</a:t>
            </a:r>
          </a:p>
        </p:txBody>
      </p:sp>
      <p:sp>
        <p:nvSpPr>
          <p:cNvPr id="43" name="">
            <a:extLst xmlns:a="http://schemas.openxmlformats.org/drawingml/2006/main">
              <a:ext uri="{FF2B5EF4-FFF2-40B4-BE49-F238E27FC236}">
                <a16:creationId xmlns:a16="http://schemas.microsoft.com/office/drawing/2014/main" id="{598EA6CD-F4AE-4797-9621-F8AD3DF48325}"/>
              </a:ext>
            </a:extLst>
          </p:cNvPr>
          <p:cNvSpPr>
            <a:spLocks xmlns:a="http://schemas.openxmlformats.org/drawingml/2006/main" noGrp="1"/>
          </p:cNvSpPr>
          <p:nvPr/>
        </p:nvSpPr>
        <p:spPr>
          <a:xfrm xmlns:a="http://schemas.openxmlformats.org/drawingml/2006/main">
            <a:off x="876300" y="63531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56636D"/>
                </a:solidFill>
                <a:latin typeface="Arial"/>
                <a:ea typeface="Arial"/>
                <a:cs typeface="Arial"/>
              </a:defRPr>
            </a:pPr>
            <a:r>
              <a:rPr sz="1425" b="0">
                <a:solidFill>
                  <a:srgbClr val="56636D"/>
                </a:solidFill>
                <a:latin typeface="Arial"/>
                <a:ea typeface="Arial"/>
                <a:cs typeface="Arial"/>
              </a:rPr>
              <a:t>Unknown facts stay unresolved. A product category never guarantees a patent or ABS clearance.</a:t>
            </a:r>
          </a:p>
        </p:txBody>
      </p:sp>
    </p:spTree>
    <p:extLst>
      <p:ext uri="{BB962C8B-B14F-4D97-AF65-F5344CB8AC3E}">
        <p14:creationId xmlns:p14="http://schemas.microsoft.com/office/powerpoint/2010/main" val="5016752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87B7B3D-FE02-4F1E-BAC3-1A0A7E8701F4}"/>
              </a:ext>
            </a:extLst>
          </p:cNvPr>
          <p:cNvSpPr>
            <a:spLocks xmlns:a="http://schemas.openxmlformats.org/drawingml/2006/main" noGrp="1"/>
          </p:cNvSpPr>
          <p:nvPr/>
        </p:nvSpPr>
        <p:spPr>
          <a:xfrm xmlns:a="http://schemas.openxmlformats.org/drawingml/2006/main" rot="0" flipH="0" flipV="0">
            <a:off x="9782175" y="0"/>
            <a:ext cx="2247900" cy="1066800"/>
          </a:xfrm>
          <a:custGeom xmlns:a="http://schemas.openxmlformats.org/drawingml/2006/main">
            <a:rect l="l" t="t" r="r" b="b"/>
            <a:pathLst>
              <a:path w="2997200" h="1422400">
                <a:moveTo>
                  <a:pt x="0" y="0"/>
                </a:moveTo>
                <a:lnTo>
                  <a:pt x="2997200" y="0"/>
                </a:lnTo>
                <a:lnTo>
                  <a:pt x="2997200" y="1422400"/>
                </a:lnTo>
                <a:lnTo>
                  <a:pt x="0" y="1422400"/>
                </a:lnTo>
                <a:lnTo>
                  <a:pt x="0" y="0"/>
                </a:lnTo>
                <a:close/>
              </a:path>
            </a:pathLst>
          </a:custGeom>
          <a:blipFill xmlns:a="http://schemas.openxmlformats.org/drawingml/2006/main">
            <a:blip xmlns:r="http://schemas.openxmlformats.org/officeDocument/2006/relationships" r:embed="R380db719cb404293"/>
            <a:stretch>
              <a:fillRect l="0" t="0" r="0" b="0"/>
            </a:stretch>
          </a:blipFill>
        </p:spPr>
      </p:sp>
      <p:sp>
        <p:nvSpPr>
          <p:cNvPr id="4" name="Freeform 4">
            <a:extLst xmlns:a="http://schemas.openxmlformats.org/drawingml/2006/main">
              <a:ext uri="{FF2B5EF4-FFF2-40B4-BE49-F238E27FC236}">
                <a16:creationId xmlns:a16="http://schemas.microsoft.com/office/drawing/2014/main" id="{C9425E8F-CDD1-42A9-9DFD-EE1951B03F7B}"/>
              </a:ext>
            </a:extLst>
          </p:cNvPr>
          <p:cNvSpPr>
            <a:spLocks xmlns:a="http://schemas.openxmlformats.org/drawingml/2006/main" noGrp="1"/>
          </p:cNvSpPr>
          <p:nvPr/>
        </p:nvSpPr>
        <p:spPr>
          <a:xfrm xmlns:a="http://schemas.openxmlformats.org/drawingml/2006/main">
            <a:off x="261938" y="176279"/>
            <a:ext cx="1552642" cy="962025"/>
          </a:xfrm>
          <a:custGeom xmlns:a="http://schemas.openxmlformats.org/drawingml/2006/main">
            <a:rect l="l" t="t" r="r" b="b"/>
            <a:pathLst>
              <a:path w="1552642" h="962025">
                <a:moveTo>
                  <a:pt x="0" y="0"/>
                </a:moveTo>
                <a:lnTo>
                  <a:pt x="1552641" y="0"/>
                </a:lnTo>
                <a:lnTo>
                  <a:pt x="1552641" y="962025"/>
                </a:lnTo>
                <a:lnTo>
                  <a:pt x="0" y="962025"/>
                </a:lnTo>
                <a:lnTo>
                  <a:pt x="0" y="0"/>
                </a:lnTo>
                <a:close/>
              </a:path>
            </a:pathLst>
          </a:custGeom>
          <a:blipFill xmlns:a="http://schemas.openxmlformats.org/drawingml/2006/main">
            <a:blip xmlns:r="http://schemas.openxmlformats.org/officeDocument/2006/relationships" r:embed="R13e7c7c26fcc4d52">
              <a:extLst>
                <a:ext uri="{96DAC541-7B7A-43D3-8B79-37D633B846F1}">
                  <asvg:svgBlip xmlns:asvg="http://schemas.microsoft.com/office/drawing/2016/SVG/main" r:embed="R2aa5e39ce7c14582"/>
                </a:ext>
              </a:extLst>
            </a:blip>
            <a:stretch>
              <a:fillRect l="0" t="0" r="0" b="0"/>
            </a:stretch>
          </a:blipFill>
        </p:spPr>
      </p:sp>
      <p:sp>
        <p:nvSpPr>
          <p:cNvPr id="5" name="">
            <a:extLst xmlns:a="http://schemas.openxmlformats.org/drawingml/2006/main">
              <a:ext uri="{FF2B5EF4-FFF2-40B4-BE49-F238E27FC236}">
                <a16:creationId xmlns:a16="http://schemas.microsoft.com/office/drawing/2014/main" id="{70A56971-E18B-4960-8821-6DF681DF7CEC}"/>
              </a:ext>
            </a:extLst>
          </p:cNvPr>
          <p:cNvSpPr>
            <a:spLocks xmlns:a="http://schemas.openxmlformats.org/drawingml/2006/main" noGrp="1"/>
          </p:cNvSpPr>
          <p:nvPr/>
        </p:nvSpPr>
        <p:spPr>
          <a:xfrm xmlns:a="http://schemas.openxmlformats.org/drawingml/2006/main">
            <a:off x="1952625" y="266700"/>
            <a:ext cx="766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300" b="1">
                <a:solidFill>
                  <a:srgbClr val="202C37"/>
                </a:solidFill>
                <a:latin typeface="Arial Bold"/>
                <a:ea typeface="Arial Bold"/>
                <a:cs typeface="Arial Bold"/>
              </a:defRPr>
            </a:pPr>
            <a:r>
              <a:rPr sz="3300" b="1">
                <a:solidFill>
                  <a:srgbClr val="202C37"/>
                </a:solidFill>
                <a:latin typeface="Arial Bold"/>
                <a:ea typeface="Arial Bold"/>
                <a:cs typeface="Arial Bold"/>
              </a:rPr>
              <a:t>TECHNICAL APPROACH</a:t>
            </a:r>
          </a:p>
        </p:txBody>
      </p:sp>
      <p:sp>
        <p:nvSpPr>
          <p:cNvPr id="6" name="">
            <a:extLst xmlns:a="http://schemas.openxmlformats.org/drawingml/2006/main">
              <a:ext uri="{FF2B5EF4-FFF2-40B4-BE49-F238E27FC236}">
                <a16:creationId xmlns:a16="http://schemas.microsoft.com/office/drawing/2014/main" id="{EF3FC2E5-365D-444C-97A9-870CBC69E64E}"/>
              </a:ext>
            </a:extLst>
          </p:cNvPr>
          <p:cNvSpPr>
            <a:spLocks xmlns:a="http://schemas.openxmlformats.org/drawingml/2006/main" noGrp="1"/>
          </p:cNvSpPr>
          <p:nvPr/>
        </p:nvSpPr>
        <p:spPr>
          <a:xfrm xmlns:a="http://schemas.openxmlformats.org/drawingml/2006/main">
            <a:off x="485775" y="466725"/>
            <a:ext cx="109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1">
                <a:solidFill>
                  <a:srgbClr val="234F7B"/>
                </a:solidFill>
                <a:latin typeface="Arial Bold"/>
                <a:ea typeface="Arial Bold"/>
                <a:cs typeface="Arial Bold"/>
              </a:defRPr>
            </a:pPr>
            <a:r>
              <a:rPr sz="1800" b="1">
                <a:solidFill>
                  <a:srgbClr val="234F7B"/>
                </a:solidFill>
                <a:latin typeface="Arial Bold"/>
                <a:ea typeface="Arial Bold"/>
                <a:cs typeface="Arial Bold"/>
              </a:rPr>
              <a:t>Naut IQ</a:t>
            </a:r>
          </a:p>
        </p:txBody>
      </p:sp>
      <p:sp>
        <p:nvSpPr>
          <p:cNvPr id="7" name="">
            <a:extLst xmlns:a="http://schemas.openxmlformats.org/drawingml/2006/main">
              <a:ext uri="{FF2B5EF4-FFF2-40B4-BE49-F238E27FC236}">
                <a16:creationId xmlns:a16="http://schemas.microsoft.com/office/drawing/2014/main" id="{22200ACD-EF71-4978-B4A8-84E41FE71B6E}"/>
              </a:ext>
            </a:extLst>
          </p:cNvPr>
          <p:cNvSpPr>
            <a:spLocks xmlns:a="http://schemas.openxmlformats.org/drawingml/2006/main" noGrp="1"/>
          </p:cNvSpPr>
          <p:nvPr/>
        </p:nvSpPr>
        <p:spPr>
          <a:xfrm xmlns:a="http://schemas.openxmlformats.org/drawingml/2006/main">
            <a:off x="400050" y="2038350"/>
            <a:ext cx="11363325" cy="323850"/>
          </a:xfrm>
          <a:prstGeom xmlns:a="http://schemas.openxmlformats.org/drawingml/2006/main" prst="roundRect">
            <a:avLst>
              <a:gd name="adj" fmla="val 11765"/>
            </a:avLst>
          </a:prstGeom>
          <a:solidFill xmlns:a="http://schemas.openxmlformats.org/drawingml/2006/main">
            <a:srgbClr val="234F7B"/>
          </a:solidFill>
          <a:ln xmlns:a="http://schemas.openxmlformats.org/drawingml/2006/main" w="9525">
            <a:solidFill>
              <a:srgbClr val="234F7B"/>
            </a:solidFill>
          </a:ln>
        </p:spPr>
      </p:sp>
      <p:sp>
        <p:nvSpPr>
          <p:cNvPr id="8" name="">
            <a:extLst xmlns:a="http://schemas.openxmlformats.org/drawingml/2006/main">
              <a:ext uri="{FF2B5EF4-FFF2-40B4-BE49-F238E27FC236}">
                <a16:creationId xmlns:a16="http://schemas.microsoft.com/office/drawing/2014/main" id="{6D782EF5-391F-40F9-96EA-9A72803F9210}"/>
              </a:ext>
            </a:extLst>
          </p:cNvPr>
          <p:cNvSpPr>
            <a:spLocks xmlns:a="http://schemas.openxmlformats.org/drawingml/2006/main" noGrp="1"/>
          </p:cNvSpPr>
          <p:nvPr/>
        </p:nvSpPr>
        <p:spPr>
          <a:xfrm xmlns:a="http://schemas.openxmlformats.org/drawingml/2006/main">
            <a:off x="400050" y="2390775"/>
            <a:ext cx="11363325" cy="666750"/>
          </a:xfrm>
          <a:prstGeom xmlns:a="http://schemas.openxmlformats.org/drawingml/2006/main" prst="roundRect">
            <a:avLst>
              <a:gd name="adj" fmla="val 8571"/>
            </a:avLst>
          </a:prstGeom>
          <a:solidFill xmlns:a="http://schemas.openxmlformats.org/drawingml/2006/main">
            <a:srgbClr val="EEF4FA"/>
          </a:solidFill>
          <a:ln xmlns:a="http://schemas.openxmlformats.org/drawingml/2006/main" w="9525">
            <a:solidFill>
              <a:srgbClr val="D9E2EB"/>
            </a:solidFill>
          </a:ln>
        </p:spPr>
      </p:sp>
      <p:sp>
        <p:nvSpPr>
          <p:cNvPr id="9" name="">
            <a:extLst xmlns:a="http://schemas.openxmlformats.org/drawingml/2006/main">
              <a:ext uri="{FF2B5EF4-FFF2-40B4-BE49-F238E27FC236}">
                <a16:creationId xmlns:a16="http://schemas.microsoft.com/office/drawing/2014/main" id="{6FF584E9-4A13-4A72-A56A-BEB7FC2A84BE}"/>
              </a:ext>
            </a:extLst>
          </p:cNvPr>
          <p:cNvSpPr>
            <a:spLocks xmlns:a="http://schemas.openxmlformats.org/drawingml/2006/main" noGrp="1"/>
          </p:cNvSpPr>
          <p:nvPr/>
        </p:nvSpPr>
        <p:spPr>
          <a:xfrm xmlns:a="http://schemas.openxmlformats.org/drawingml/2006/main">
            <a:off x="400050" y="3105150"/>
            <a:ext cx="11363325" cy="66675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9E2EB"/>
            </a:solidFill>
          </a:ln>
        </p:spPr>
      </p:sp>
      <p:sp>
        <p:nvSpPr>
          <p:cNvPr id="10" name="">
            <a:extLst xmlns:a="http://schemas.openxmlformats.org/drawingml/2006/main">
              <a:ext uri="{FF2B5EF4-FFF2-40B4-BE49-F238E27FC236}">
                <a16:creationId xmlns:a16="http://schemas.microsoft.com/office/drawing/2014/main" id="{F3B38680-4DB7-4CA7-B4DC-F323D358377B}"/>
              </a:ext>
            </a:extLst>
          </p:cNvPr>
          <p:cNvSpPr>
            <a:spLocks xmlns:a="http://schemas.openxmlformats.org/drawingml/2006/main" noGrp="1"/>
          </p:cNvSpPr>
          <p:nvPr/>
        </p:nvSpPr>
        <p:spPr>
          <a:xfrm xmlns:a="http://schemas.openxmlformats.org/drawingml/2006/main">
            <a:off x="400050" y="3819525"/>
            <a:ext cx="11363325" cy="666750"/>
          </a:xfrm>
          <a:prstGeom xmlns:a="http://schemas.openxmlformats.org/drawingml/2006/main" prst="roundRect">
            <a:avLst>
              <a:gd name="adj" fmla="val 8571"/>
            </a:avLst>
          </a:prstGeom>
          <a:solidFill xmlns:a="http://schemas.openxmlformats.org/drawingml/2006/main">
            <a:srgbClr val="EEF4FA"/>
          </a:solidFill>
          <a:ln xmlns:a="http://schemas.openxmlformats.org/drawingml/2006/main" w="9525">
            <a:solidFill>
              <a:srgbClr val="D9E2EB"/>
            </a:solidFill>
          </a:ln>
        </p:spPr>
      </p:sp>
      <p:sp>
        <p:nvSpPr>
          <p:cNvPr id="11" name="">
            <a:extLst xmlns:a="http://schemas.openxmlformats.org/drawingml/2006/main">
              <a:ext uri="{FF2B5EF4-FFF2-40B4-BE49-F238E27FC236}">
                <a16:creationId xmlns:a16="http://schemas.microsoft.com/office/drawing/2014/main" id="{46E590B6-61E5-4C39-AD7B-F13E82E1551A}"/>
              </a:ext>
            </a:extLst>
          </p:cNvPr>
          <p:cNvSpPr>
            <a:spLocks xmlns:a="http://schemas.openxmlformats.org/drawingml/2006/main" noGrp="1"/>
          </p:cNvSpPr>
          <p:nvPr/>
        </p:nvSpPr>
        <p:spPr>
          <a:xfrm xmlns:a="http://schemas.openxmlformats.org/drawingml/2006/main">
            <a:off x="400050" y="4533900"/>
            <a:ext cx="11363325" cy="66675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9E2EB"/>
            </a:solidFill>
          </a:ln>
        </p:spPr>
      </p:sp>
      <p:sp>
        <p:nvSpPr>
          <p:cNvPr id="12" name="">
            <a:extLst xmlns:a="http://schemas.openxmlformats.org/drawingml/2006/main">
              <a:ext uri="{FF2B5EF4-FFF2-40B4-BE49-F238E27FC236}">
                <a16:creationId xmlns:a16="http://schemas.microsoft.com/office/drawing/2014/main" id="{DB5A630A-BD9C-43BC-8228-3B807B20B1DE}"/>
              </a:ext>
            </a:extLst>
          </p:cNvPr>
          <p:cNvSpPr>
            <a:spLocks xmlns:a="http://schemas.openxmlformats.org/drawingml/2006/main" noGrp="1"/>
          </p:cNvSpPr>
          <p:nvPr/>
        </p:nvSpPr>
        <p:spPr>
          <a:xfrm xmlns:a="http://schemas.openxmlformats.org/drawingml/2006/main">
            <a:off x="400050" y="5248275"/>
            <a:ext cx="11363325" cy="666750"/>
          </a:xfrm>
          <a:prstGeom xmlns:a="http://schemas.openxmlformats.org/drawingml/2006/main" prst="roundRect">
            <a:avLst>
              <a:gd name="adj" fmla="val 8571"/>
            </a:avLst>
          </a:prstGeom>
          <a:solidFill xmlns:a="http://schemas.openxmlformats.org/drawingml/2006/main">
            <a:srgbClr val="EEF4FA"/>
          </a:solidFill>
          <a:ln xmlns:a="http://schemas.openxmlformats.org/drawingml/2006/main" w="9525">
            <a:solidFill>
              <a:srgbClr val="D9E2EB"/>
            </a:solidFill>
          </a:ln>
        </p:spPr>
      </p:sp>
      <p:sp>
        <p:nvSpPr>
          <p:cNvPr id="13" name="">
            <a:extLst xmlns:a="http://schemas.openxmlformats.org/drawingml/2006/main">
              <a:ext uri="{FF2B5EF4-FFF2-40B4-BE49-F238E27FC236}">
                <a16:creationId xmlns:a16="http://schemas.microsoft.com/office/drawing/2014/main" id="{849599FC-7BC3-45DF-9000-DC624F9BF34E}"/>
              </a:ext>
            </a:extLst>
          </p:cNvPr>
          <p:cNvSpPr>
            <a:spLocks xmlns:a="http://schemas.openxmlformats.org/drawingml/2006/main" noGrp="1"/>
          </p:cNvSpPr>
          <p:nvPr/>
        </p:nvSpPr>
        <p:spPr>
          <a:xfrm xmlns:a="http://schemas.openxmlformats.org/drawingml/2006/main">
            <a:off x="571500" y="1343025"/>
            <a:ext cx="2333625" cy="514350"/>
          </a:xfrm>
          <a:prstGeom xmlns:a="http://schemas.openxmlformats.org/drawingml/2006/main" prst="roundRect">
            <a:avLst>
              <a:gd name="adj" fmla="val 14815"/>
            </a:avLst>
          </a:prstGeom>
          <a:solidFill xmlns:a="http://schemas.openxmlformats.org/drawingml/2006/main">
            <a:srgbClr val="234F7B"/>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500" b="1">
                <a:solidFill>
                  <a:srgbClr val="FFFFFF"/>
                </a:solidFill>
                <a:latin typeface="Arial Bold"/>
                <a:ea typeface="Arial Bold"/>
                <a:cs typeface="Arial Bold"/>
              </a:rPr>
              <a:t>A  FRONTEND</a:t>
            </a:r>
          </a:p>
        </p:txBody>
      </p:sp>
      <p:sp>
        <p:nvSpPr>
          <p:cNvPr id="14" name="">
            <a:extLst xmlns:a="http://schemas.openxmlformats.org/drawingml/2006/main">
              <a:ext uri="{FF2B5EF4-FFF2-40B4-BE49-F238E27FC236}">
                <a16:creationId xmlns:a16="http://schemas.microsoft.com/office/drawing/2014/main" id="{D791ABE8-4C11-43BF-B9A6-871C2FD59C35}"/>
              </a:ext>
            </a:extLst>
          </p:cNvPr>
          <p:cNvSpPr>
            <a:spLocks xmlns:a="http://schemas.openxmlformats.org/drawingml/2006/main" noGrp="1"/>
          </p:cNvSpPr>
          <p:nvPr/>
        </p:nvSpPr>
        <p:spPr>
          <a:xfrm xmlns:a="http://schemas.openxmlformats.org/drawingml/2006/main">
            <a:off x="3429000" y="1343025"/>
            <a:ext cx="2333625" cy="514350"/>
          </a:xfrm>
          <a:prstGeom xmlns:a="http://schemas.openxmlformats.org/drawingml/2006/main" prst="roundRect">
            <a:avLst>
              <a:gd name="adj" fmla="val 14815"/>
            </a:avLst>
          </a:prstGeom>
          <a:solidFill xmlns:a="http://schemas.openxmlformats.org/drawingml/2006/main">
            <a:srgbClr val="234F7B"/>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500" b="1">
                <a:solidFill>
                  <a:srgbClr val="FFFFFF"/>
                </a:solidFill>
                <a:latin typeface="Arial Bold"/>
                <a:ea typeface="Arial Bold"/>
                <a:cs typeface="Arial Bold"/>
              </a:rPr>
              <a:t>B  DOMAIN LOGIC</a:t>
            </a:r>
          </a:p>
        </p:txBody>
      </p:sp>
      <p:sp>
        <p:nvSpPr>
          <p:cNvPr id="15" name="">
            <a:extLst xmlns:a="http://schemas.openxmlformats.org/drawingml/2006/main">
              <a:ext uri="{FF2B5EF4-FFF2-40B4-BE49-F238E27FC236}">
                <a16:creationId xmlns:a16="http://schemas.microsoft.com/office/drawing/2014/main" id="{1D958EFC-A436-4A5F-A6A4-061332DF1C19}"/>
              </a:ext>
            </a:extLst>
          </p:cNvPr>
          <p:cNvSpPr>
            <a:spLocks xmlns:a="http://schemas.openxmlformats.org/drawingml/2006/main" noGrp="1"/>
          </p:cNvSpPr>
          <p:nvPr/>
        </p:nvSpPr>
        <p:spPr>
          <a:xfrm xmlns:a="http://schemas.openxmlformats.org/drawingml/2006/main">
            <a:off x="6286500" y="1343025"/>
            <a:ext cx="2333625" cy="514350"/>
          </a:xfrm>
          <a:prstGeom xmlns:a="http://schemas.openxmlformats.org/drawingml/2006/main" prst="roundRect">
            <a:avLst>
              <a:gd name="adj" fmla="val 14815"/>
            </a:avLst>
          </a:prstGeom>
          <a:solidFill xmlns:a="http://schemas.openxmlformats.org/drawingml/2006/main">
            <a:srgbClr val="117F80"/>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500" b="1">
                <a:solidFill>
                  <a:srgbClr val="FFFFFF"/>
                </a:solidFill>
                <a:latin typeface="Arial Bold"/>
                <a:ea typeface="Arial Bold"/>
                <a:cs typeface="Arial Bold"/>
              </a:rPr>
              <a:t>C  AI + EVIDENCE</a:t>
            </a:r>
          </a:p>
        </p:txBody>
      </p:sp>
      <p:sp>
        <p:nvSpPr>
          <p:cNvPr id="16" name="">
            <a:extLst xmlns:a="http://schemas.openxmlformats.org/drawingml/2006/main">
              <a:ext uri="{FF2B5EF4-FFF2-40B4-BE49-F238E27FC236}">
                <a16:creationId xmlns:a16="http://schemas.microsoft.com/office/drawing/2014/main" id="{F0201211-23F7-4528-B008-9DAE500879B3}"/>
              </a:ext>
            </a:extLst>
          </p:cNvPr>
          <p:cNvSpPr>
            <a:spLocks xmlns:a="http://schemas.openxmlformats.org/drawingml/2006/main" noGrp="1"/>
          </p:cNvSpPr>
          <p:nvPr/>
        </p:nvSpPr>
        <p:spPr>
          <a:xfrm xmlns:a="http://schemas.openxmlformats.org/drawingml/2006/main">
            <a:off x="9144000" y="1343025"/>
            <a:ext cx="2333625" cy="514350"/>
          </a:xfrm>
          <a:prstGeom xmlns:a="http://schemas.openxmlformats.org/drawingml/2006/main" prst="roundRect">
            <a:avLst>
              <a:gd name="adj" fmla="val 14815"/>
            </a:avLst>
          </a:prstGeom>
          <a:solidFill xmlns:a="http://schemas.openxmlformats.org/drawingml/2006/main">
            <a:srgbClr val="234F7B"/>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275" b="1">
                <a:solidFill>
                  <a:srgbClr val="FFFFFF"/>
                </a:solidFill>
                <a:latin typeface="Arial Bold"/>
                <a:ea typeface="Arial Bold"/>
                <a:cs typeface="Arial Bold"/>
              </a:rPr>
              <a:t>D  PLATFORM</a:t>
            </a:r>
          </a:p>
          <a:p xmlns:a="http://schemas.openxmlformats.org/drawingml/2006/main">
            <a:pPr algn="ctr">
              <a:defRPr sz="1500" b="1">
                <a:solidFill>
                  <a:srgbClr val="234F7B"/>
                </a:solidFill>
                <a:latin typeface="Arial Bold"/>
                <a:ea typeface="Arial Bold"/>
                <a:cs typeface="Arial Bold"/>
              </a:defRPr>
            </a:pPr>
            <a:r>
              <a:rPr sz="1275" b="1">
                <a:solidFill>
                  <a:srgbClr val="FFFFFF"/>
                </a:solidFill>
                <a:latin typeface="Arial Bold"/>
                <a:ea typeface="Arial Bold"/>
                <a:cs typeface="Arial Bold"/>
              </a:rPr>
              <a:t>Supports all modules</a:t>
            </a:r>
          </a:p>
        </p:txBody>
      </p:sp>
      <p:sp>
        <p:nvSpPr>
          <p:cNvPr id="17" name="">
            <a:extLst xmlns:a="http://schemas.openxmlformats.org/drawingml/2006/main">
              <a:ext uri="{FF2B5EF4-FFF2-40B4-BE49-F238E27FC236}">
                <a16:creationId xmlns:a16="http://schemas.microsoft.com/office/drawing/2014/main" id="{BC921ACF-FF56-4830-951B-A11F4CD9973B}"/>
              </a:ext>
            </a:extLst>
          </p:cNvPr>
          <p:cNvSpPr>
            <a:spLocks xmlns:a="http://schemas.openxmlformats.org/drawingml/2006/main" noGrp="1"/>
          </p:cNvSpPr>
          <p:nvPr/>
        </p:nvSpPr>
        <p:spPr>
          <a:xfrm xmlns:a="http://schemas.openxmlformats.org/drawingml/2006/main">
            <a:off x="2905125" y="1600200"/>
            <a:ext cx="523875" cy="9525"/>
          </a:xfrm>
          <a:custGeom xmlns:a="http://schemas.openxmlformats.org/drawingml/2006/main">
            <a:pathLst>
              <a:path w="523875" h="9525">
                <a:moveTo>
                  <a:pt x="0" y="0"/>
                </a:moveTo>
                <a:lnTo>
                  <a:pt x="523875" y="0"/>
                </a:lnTo>
              </a:path>
            </a:pathLst>
          </a:custGeom>
          <a:noFill xmlns:a="http://schemas.openxmlformats.org/drawingml/2006/main"/>
          <a:ln xmlns:a="http://schemas.openxmlformats.org/drawingml/2006/main" w="15240">
            <a:solidFill>
              <a:srgbClr val="234F7B"/>
            </a:solidFill>
          </a:ln>
        </p:spPr>
      </p:sp>
      <p:sp>
        <p:nvSpPr>
          <p:cNvPr id="18" name="">
            <a:extLst xmlns:a="http://schemas.openxmlformats.org/drawingml/2006/main">
              <a:ext uri="{FF2B5EF4-FFF2-40B4-BE49-F238E27FC236}">
                <a16:creationId xmlns:a16="http://schemas.microsoft.com/office/drawing/2014/main" id="{8D7E211D-8ECC-4E14-90F3-86BEAE5DC7E1}"/>
              </a:ext>
            </a:extLst>
          </p:cNvPr>
          <p:cNvSpPr>
            <a:spLocks xmlns:a="http://schemas.openxmlformats.org/drawingml/2006/main" noGrp="1"/>
          </p:cNvSpPr>
          <p:nvPr/>
        </p:nvSpPr>
        <p:spPr>
          <a:xfrm xmlns:a="http://schemas.openxmlformats.org/drawingml/2006/main">
            <a:off x="3352800" y="1562100"/>
            <a:ext cx="76200" cy="76200"/>
          </a:xfrm>
          <a:custGeom xmlns:a="http://schemas.openxmlformats.org/drawingml/2006/main">
            <a:pathLst>
              <a:path w="76200" h="76200">
                <a:moveTo>
                  <a:pt x="76200" y="38100"/>
                </a:moveTo>
                <a:lnTo>
                  <a:pt x="0" y="76200"/>
                </a:lnTo>
                <a:lnTo>
                  <a:pt x="0" y="0"/>
                </a:lnTo>
                <a:close/>
              </a:path>
            </a:pathLst>
          </a:custGeom>
          <a:solidFill xmlns:a="http://schemas.openxmlformats.org/drawingml/2006/main">
            <a:srgbClr val="234F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591A771-BB1D-476B-AA92-E155F87F666C}"/>
              </a:ext>
            </a:extLst>
          </p:cNvPr>
          <p:cNvSpPr>
            <a:spLocks xmlns:a="http://schemas.openxmlformats.org/drawingml/2006/main" noGrp="1"/>
          </p:cNvSpPr>
          <p:nvPr/>
        </p:nvSpPr>
        <p:spPr>
          <a:xfrm xmlns:a="http://schemas.openxmlformats.org/drawingml/2006/main">
            <a:off x="5762625" y="1600200"/>
            <a:ext cx="523875" cy="9525"/>
          </a:xfrm>
          <a:custGeom xmlns:a="http://schemas.openxmlformats.org/drawingml/2006/main">
            <a:pathLst>
              <a:path w="523875" h="9525">
                <a:moveTo>
                  <a:pt x="0" y="0"/>
                </a:moveTo>
                <a:lnTo>
                  <a:pt x="523875" y="0"/>
                </a:lnTo>
              </a:path>
            </a:pathLst>
          </a:custGeom>
          <a:noFill xmlns:a="http://schemas.openxmlformats.org/drawingml/2006/main"/>
          <a:ln xmlns:a="http://schemas.openxmlformats.org/drawingml/2006/main" w="15240">
            <a:solidFill>
              <a:srgbClr val="234F7B"/>
            </a:solidFill>
          </a:ln>
        </p:spPr>
      </p:sp>
      <p:sp>
        <p:nvSpPr>
          <p:cNvPr id="20" name="">
            <a:extLst xmlns:a="http://schemas.openxmlformats.org/drawingml/2006/main">
              <a:ext uri="{FF2B5EF4-FFF2-40B4-BE49-F238E27FC236}">
                <a16:creationId xmlns:a16="http://schemas.microsoft.com/office/drawing/2014/main" id="{160BC8F7-036E-4753-8309-DAB02F9163B3}"/>
              </a:ext>
            </a:extLst>
          </p:cNvPr>
          <p:cNvSpPr>
            <a:spLocks xmlns:a="http://schemas.openxmlformats.org/drawingml/2006/main" noGrp="1"/>
          </p:cNvSpPr>
          <p:nvPr/>
        </p:nvSpPr>
        <p:spPr>
          <a:xfrm xmlns:a="http://schemas.openxmlformats.org/drawingml/2006/main">
            <a:off x="6210300" y="1562100"/>
            <a:ext cx="76200" cy="76200"/>
          </a:xfrm>
          <a:custGeom xmlns:a="http://schemas.openxmlformats.org/drawingml/2006/main">
            <a:pathLst>
              <a:path w="76200" h="76200">
                <a:moveTo>
                  <a:pt x="76200" y="38100"/>
                </a:moveTo>
                <a:lnTo>
                  <a:pt x="0" y="76200"/>
                </a:lnTo>
                <a:lnTo>
                  <a:pt x="0" y="0"/>
                </a:lnTo>
                <a:close/>
              </a:path>
            </a:pathLst>
          </a:custGeom>
          <a:solidFill xmlns:a="http://schemas.openxmlformats.org/drawingml/2006/main">
            <a:srgbClr val="234F7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E6E1C14-B291-4921-AEE1-8BFB63299307}"/>
              </a:ext>
            </a:extLst>
          </p:cNvPr>
          <p:cNvSpPr>
            <a:spLocks xmlns:a="http://schemas.openxmlformats.org/drawingml/2006/main" noGrp="1"/>
          </p:cNvSpPr>
          <p:nvPr/>
        </p:nvSpPr>
        <p:spPr>
          <a:xfrm xmlns:a="http://schemas.openxmlformats.org/drawingml/2006/main">
            <a:off x="571500" y="207645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56636D"/>
                </a:solidFill>
                <a:latin typeface="Arial Bold"/>
                <a:ea typeface="Arial Bold"/>
                <a:cs typeface="Arial Bold"/>
              </a:defRPr>
            </a:pPr>
            <a:r>
              <a:rPr sz="1350" b="1">
                <a:solidFill>
                  <a:srgbClr val="FFFFFF"/>
                </a:solidFill>
                <a:latin typeface="Arial Bold"/>
                <a:ea typeface="Arial Bold"/>
                <a:cs typeface="Arial Bold"/>
              </a:rPr>
              <a:t>MODULE</a:t>
            </a:r>
          </a:p>
        </p:txBody>
      </p:sp>
      <p:sp>
        <p:nvSpPr>
          <p:cNvPr id="22" name="">
            <a:extLst xmlns:a="http://schemas.openxmlformats.org/drawingml/2006/main">
              <a:ext uri="{FF2B5EF4-FFF2-40B4-BE49-F238E27FC236}">
                <a16:creationId xmlns:a16="http://schemas.microsoft.com/office/drawing/2014/main" id="{9EFC347D-1274-404E-8A1E-39A5587BB6B8}"/>
              </a:ext>
            </a:extLst>
          </p:cNvPr>
          <p:cNvSpPr>
            <a:spLocks xmlns:a="http://schemas.openxmlformats.org/drawingml/2006/main" noGrp="1"/>
          </p:cNvSpPr>
          <p:nvPr/>
        </p:nvSpPr>
        <p:spPr>
          <a:xfrm xmlns:a="http://schemas.openxmlformats.org/drawingml/2006/main">
            <a:off x="2762250" y="20764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56636D"/>
                </a:solidFill>
                <a:latin typeface="Arial Bold"/>
                <a:ea typeface="Arial Bold"/>
                <a:cs typeface="Arial Bold"/>
              </a:defRPr>
            </a:pPr>
            <a:r>
              <a:rPr sz="1350" b="1">
                <a:solidFill>
                  <a:srgbClr val="FFFFFF"/>
                </a:solidFill>
                <a:latin typeface="Arial Bold"/>
                <a:ea typeface="Arial Bold"/>
                <a:cs typeface="Arial Bold"/>
              </a:rPr>
              <a:t>TECHNOLOGY</a:t>
            </a:r>
          </a:p>
        </p:txBody>
      </p:sp>
      <p:sp>
        <p:nvSpPr>
          <p:cNvPr id="23" name="">
            <a:extLst xmlns:a="http://schemas.openxmlformats.org/drawingml/2006/main">
              <a:ext uri="{FF2B5EF4-FFF2-40B4-BE49-F238E27FC236}">
                <a16:creationId xmlns:a16="http://schemas.microsoft.com/office/drawing/2014/main" id="{9F8642FB-25D9-4823-AE7D-B3C08A8D42FF}"/>
              </a:ext>
            </a:extLst>
          </p:cNvPr>
          <p:cNvSpPr>
            <a:spLocks xmlns:a="http://schemas.openxmlformats.org/drawingml/2006/main" noGrp="1"/>
          </p:cNvSpPr>
          <p:nvPr/>
        </p:nvSpPr>
        <p:spPr>
          <a:xfrm xmlns:a="http://schemas.openxmlformats.org/drawingml/2006/main">
            <a:off x="7067550" y="2076450"/>
            <a:ext cx="4552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56636D"/>
                </a:solidFill>
                <a:latin typeface="Arial Bold"/>
                <a:ea typeface="Arial Bold"/>
                <a:cs typeface="Arial Bold"/>
              </a:defRPr>
            </a:pPr>
            <a:r>
              <a:rPr sz="1350" b="1">
                <a:solidFill>
                  <a:srgbClr val="FFFFFF"/>
                </a:solidFill>
                <a:latin typeface="Arial Bold"/>
                <a:ea typeface="Arial Bold"/>
                <a:cs typeface="Arial Bold"/>
              </a:rPr>
              <a:t>PURPOSE</a:t>
            </a:r>
          </a:p>
        </p:txBody>
      </p:sp>
      <p:sp>
        <p:nvSpPr>
          <p:cNvPr id="24" name="">
            <a:extLst xmlns:a="http://schemas.openxmlformats.org/drawingml/2006/main">
              <a:ext uri="{FF2B5EF4-FFF2-40B4-BE49-F238E27FC236}">
                <a16:creationId xmlns:a16="http://schemas.microsoft.com/office/drawing/2014/main" id="{C8F142F9-8F8C-42D2-902B-D10795E4B45B}"/>
              </a:ext>
            </a:extLst>
          </p:cNvPr>
          <p:cNvSpPr>
            <a:spLocks xmlns:a="http://schemas.openxmlformats.org/drawingml/2006/main" noGrp="1"/>
          </p:cNvSpPr>
          <p:nvPr/>
        </p:nvSpPr>
        <p:spPr>
          <a:xfrm xmlns:a="http://schemas.openxmlformats.org/drawingml/2006/main">
            <a:off x="571500" y="2476500"/>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234F7B"/>
                </a:solidFill>
                <a:latin typeface="Arial Bold"/>
                <a:ea typeface="Arial Bold"/>
                <a:cs typeface="Arial Bold"/>
              </a:defRPr>
            </a:pPr>
            <a:r>
              <a:rPr sz="1575" b="1">
                <a:solidFill>
                  <a:srgbClr val="234F7B"/>
                </a:solidFill>
                <a:latin typeface="Arial Bold"/>
                <a:ea typeface="Arial Bold"/>
                <a:cs typeface="Arial Bold"/>
              </a:rPr>
              <a:t>A  FRONTEND</a:t>
            </a:r>
          </a:p>
        </p:txBody>
      </p:sp>
      <p:sp>
        <p:nvSpPr>
          <p:cNvPr id="25" name="">
            <a:extLst xmlns:a="http://schemas.openxmlformats.org/drawingml/2006/main">
              <a:ext uri="{FF2B5EF4-FFF2-40B4-BE49-F238E27FC236}">
                <a16:creationId xmlns:a16="http://schemas.microsoft.com/office/drawing/2014/main" id="{34CAF64B-171F-4DB4-ABF6-DF4F53398366}"/>
              </a:ext>
            </a:extLst>
          </p:cNvPr>
          <p:cNvSpPr>
            <a:spLocks xmlns:a="http://schemas.openxmlformats.org/drawingml/2006/main" noGrp="1"/>
          </p:cNvSpPr>
          <p:nvPr/>
        </p:nvSpPr>
        <p:spPr>
          <a:xfrm xmlns:a="http://schemas.openxmlformats.org/drawingml/2006/main">
            <a:off x="2762250" y="2476500"/>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Next.js, TypeScript, Tailwind</a:t>
            </a:r>
          </a:p>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BHASHINI adapter</a:t>
            </a:r>
          </a:p>
        </p:txBody>
      </p:sp>
      <p:sp>
        <p:nvSpPr>
          <p:cNvPr id="26" name="">
            <a:extLst xmlns:a="http://schemas.openxmlformats.org/drawingml/2006/main">
              <a:ext uri="{FF2B5EF4-FFF2-40B4-BE49-F238E27FC236}">
                <a16:creationId xmlns:a16="http://schemas.microsoft.com/office/drawing/2014/main" id="{FCE59D98-354C-4704-98DF-129DFEA0A0FC}"/>
              </a:ext>
            </a:extLst>
          </p:cNvPr>
          <p:cNvSpPr>
            <a:spLocks xmlns:a="http://schemas.openxmlformats.org/drawingml/2006/main" noGrp="1"/>
          </p:cNvSpPr>
          <p:nvPr/>
        </p:nvSpPr>
        <p:spPr>
          <a:xfrm xmlns:a="http://schemas.openxmlformats.org/drawingml/2006/main">
            <a:off x="7067550" y="2476500"/>
            <a:ext cx="4552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Guided questions and evidence views</a:t>
            </a:r>
          </a:p>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Hindi text first, voice after validation</a:t>
            </a:r>
          </a:p>
        </p:txBody>
      </p:sp>
      <p:sp>
        <p:nvSpPr>
          <p:cNvPr id="27" name="">
            <a:extLst xmlns:a="http://schemas.openxmlformats.org/drawingml/2006/main">
              <a:ext uri="{FF2B5EF4-FFF2-40B4-BE49-F238E27FC236}">
                <a16:creationId xmlns:a16="http://schemas.microsoft.com/office/drawing/2014/main" id="{95EAB7FF-CC2A-4DB4-AEA7-C3B469BA6C19}"/>
              </a:ext>
            </a:extLst>
          </p:cNvPr>
          <p:cNvSpPr>
            <a:spLocks xmlns:a="http://schemas.openxmlformats.org/drawingml/2006/main" noGrp="1"/>
          </p:cNvSpPr>
          <p:nvPr/>
        </p:nvSpPr>
        <p:spPr>
          <a:xfrm xmlns:a="http://schemas.openxmlformats.org/drawingml/2006/main">
            <a:off x="571500" y="3190875"/>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234F7B"/>
                </a:solidFill>
                <a:latin typeface="Arial Bold"/>
                <a:ea typeface="Arial Bold"/>
                <a:cs typeface="Arial Bold"/>
              </a:defRPr>
            </a:pPr>
            <a:r>
              <a:rPr sz="1575" b="1">
                <a:solidFill>
                  <a:srgbClr val="234F7B"/>
                </a:solidFill>
                <a:latin typeface="Arial Bold"/>
                <a:ea typeface="Arial Bold"/>
                <a:cs typeface="Arial Bold"/>
              </a:rPr>
              <a:t>B  BACKEND</a:t>
            </a:r>
          </a:p>
        </p:txBody>
      </p:sp>
      <p:sp>
        <p:nvSpPr>
          <p:cNvPr id="28" name="">
            <a:extLst xmlns:a="http://schemas.openxmlformats.org/drawingml/2006/main">
              <a:ext uri="{FF2B5EF4-FFF2-40B4-BE49-F238E27FC236}">
                <a16:creationId xmlns:a16="http://schemas.microsoft.com/office/drawing/2014/main" id="{9CDC2855-7DCD-4520-8E65-1A4ADE68CFBE}"/>
              </a:ext>
            </a:extLst>
          </p:cNvPr>
          <p:cNvSpPr>
            <a:spLocks xmlns:a="http://schemas.openxmlformats.org/drawingml/2006/main" noGrp="1"/>
          </p:cNvSpPr>
          <p:nvPr/>
        </p:nvSpPr>
        <p:spPr>
          <a:xfrm xmlns:a="http://schemas.openxmlformats.org/drawingml/2006/main">
            <a:off x="2762250" y="3190875"/>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FastAPI, Pydantic</a:t>
            </a:r>
          </a:p>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Versioned decision tables</a:t>
            </a:r>
          </a:p>
        </p:txBody>
      </p:sp>
      <p:sp>
        <p:nvSpPr>
          <p:cNvPr id="29" name="">
            <a:extLst xmlns:a="http://schemas.openxmlformats.org/drawingml/2006/main">
              <a:ext uri="{FF2B5EF4-FFF2-40B4-BE49-F238E27FC236}">
                <a16:creationId xmlns:a16="http://schemas.microsoft.com/office/drawing/2014/main" id="{BE9521A4-72FF-4EF6-A3E6-80BCC1DF5B20}"/>
              </a:ext>
            </a:extLst>
          </p:cNvPr>
          <p:cNvSpPr>
            <a:spLocks xmlns:a="http://schemas.openxmlformats.org/drawingml/2006/main" noGrp="1"/>
          </p:cNvSpPr>
          <p:nvPr/>
        </p:nvSpPr>
        <p:spPr>
          <a:xfrm xmlns:a="http://schemas.openxmlformats.org/drawingml/2006/main">
            <a:off x="7067550" y="3190875"/>
            <a:ext cx="4552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Typed APIs and confirmed facts</a:t>
            </a:r>
          </a:p>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Independent regulatory, IP and ABS rules</a:t>
            </a:r>
          </a:p>
        </p:txBody>
      </p:sp>
      <p:sp>
        <p:nvSpPr>
          <p:cNvPr id="30" name="">
            <a:extLst xmlns:a="http://schemas.openxmlformats.org/drawingml/2006/main">
              <a:ext uri="{FF2B5EF4-FFF2-40B4-BE49-F238E27FC236}">
                <a16:creationId xmlns:a16="http://schemas.microsoft.com/office/drawing/2014/main" id="{4B6FD172-E2E1-4D0D-AF5E-E6842B25D944}"/>
              </a:ext>
            </a:extLst>
          </p:cNvPr>
          <p:cNvSpPr>
            <a:spLocks xmlns:a="http://schemas.openxmlformats.org/drawingml/2006/main" noGrp="1"/>
          </p:cNvSpPr>
          <p:nvPr/>
        </p:nvSpPr>
        <p:spPr>
          <a:xfrm xmlns:a="http://schemas.openxmlformats.org/drawingml/2006/main">
            <a:off x="571500" y="3905250"/>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234F7B"/>
                </a:solidFill>
                <a:latin typeface="Arial Bold"/>
                <a:ea typeface="Arial Bold"/>
                <a:cs typeface="Arial Bold"/>
              </a:defRPr>
            </a:pPr>
            <a:r>
              <a:rPr sz="1575" b="1">
                <a:solidFill>
                  <a:srgbClr val="234F7B"/>
                </a:solidFill>
                <a:latin typeface="Arial Bold"/>
                <a:ea typeface="Arial Bold"/>
                <a:cs typeface="Arial Bold"/>
              </a:rPr>
              <a:t>C  RETRIEVAL</a:t>
            </a:r>
          </a:p>
        </p:txBody>
      </p:sp>
      <p:sp>
        <p:nvSpPr>
          <p:cNvPr id="31" name="">
            <a:extLst xmlns:a="http://schemas.openxmlformats.org/drawingml/2006/main">
              <a:ext uri="{FF2B5EF4-FFF2-40B4-BE49-F238E27FC236}">
                <a16:creationId xmlns:a16="http://schemas.microsoft.com/office/drawing/2014/main" id="{E4555CB6-3754-4CE0-9330-F29C2DE5F02A}"/>
              </a:ext>
            </a:extLst>
          </p:cNvPr>
          <p:cNvSpPr>
            <a:spLocks xmlns:a="http://schemas.openxmlformats.org/drawingml/2006/main" noGrp="1"/>
          </p:cNvSpPr>
          <p:nvPr/>
        </p:nvSpPr>
        <p:spPr>
          <a:xfrm xmlns:a="http://schemas.openxmlformats.org/drawingml/2006/main">
            <a:off x="2762250" y="3905250"/>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PostgreSQL FTS + pgvector</a:t>
            </a:r>
          </a:p>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BGE-M3 embeddings</a:t>
            </a:r>
          </a:p>
        </p:txBody>
      </p:sp>
      <p:sp>
        <p:nvSpPr>
          <p:cNvPr id="32" name="">
            <a:extLst xmlns:a="http://schemas.openxmlformats.org/drawingml/2006/main">
              <a:ext uri="{FF2B5EF4-FFF2-40B4-BE49-F238E27FC236}">
                <a16:creationId xmlns:a16="http://schemas.microsoft.com/office/drawing/2014/main" id="{A6EB752A-484F-4091-96D2-963AF82214CD}"/>
              </a:ext>
            </a:extLst>
          </p:cNvPr>
          <p:cNvSpPr>
            <a:spLocks xmlns:a="http://schemas.openxmlformats.org/drawingml/2006/main" noGrp="1"/>
          </p:cNvSpPr>
          <p:nvPr/>
        </p:nvSpPr>
        <p:spPr>
          <a:xfrm xmlns:a="http://schemas.openxmlformats.org/drawingml/2006/main">
            <a:off x="7067550" y="3905250"/>
            <a:ext cx="4552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Exact terms and semantic search</a:t>
            </a:r>
          </a:p>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Provision versions and reviewed aliases</a:t>
            </a:r>
          </a:p>
        </p:txBody>
      </p:sp>
      <p:sp>
        <p:nvSpPr>
          <p:cNvPr id="33" name="">
            <a:extLst xmlns:a="http://schemas.openxmlformats.org/drawingml/2006/main">
              <a:ext uri="{FF2B5EF4-FFF2-40B4-BE49-F238E27FC236}">
                <a16:creationId xmlns:a16="http://schemas.microsoft.com/office/drawing/2014/main" id="{00B82BBC-CC79-400A-8B2D-EFF5FA80E62A}"/>
              </a:ext>
            </a:extLst>
          </p:cNvPr>
          <p:cNvSpPr>
            <a:spLocks xmlns:a="http://schemas.openxmlformats.org/drawingml/2006/main" noGrp="1"/>
          </p:cNvSpPr>
          <p:nvPr/>
        </p:nvSpPr>
        <p:spPr>
          <a:xfrm xmlns:a="http://schemas.openxmlformats.org/drawingml/2006/main">
            <a:off x="571500" y="4619625"/>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234F7B"/>
                </a:solidFill>
                <a:latin typeface="Arial Bold"/>
                <a:ea typeface="Arial Bold"/>
                <a:cs typeface="Arial Bold"/>
              </a:defRPr>
            </a:pPr>
            <a:r>
              <a:rPr sz="1575" b="1">
                <a:solidFill>
                  <a:srgbClr val="234F7B"/>
                </a:solidFill>
                <a:latin typeface="Arial Bold"/>
                <a:ea typeface="Arial Bold"/>
                <a:cs typeface="Arial Bold"/>
              </a:rPr>
              <a:t>C  ANSWERS</a:t>
            </a:r>
          </a:p>
        </p:txBody>
      </p:sp>
      <p:sp>
        <p:nvSpPr>
          <p:cNvPr id="34" name="">
            <a:extLst xmlns:a="http://schemas.openxmlformats.org/drawingml/2006/main">
              <a:ext uri="{FF2B5EF4-FFF2-40B4-BE49-F238E27FC236}">
                <a16:creationId xmlns:a16="http://schemas.microsoft.com/office/drawing/2014/main" id="{4DF19BE6-E9C0-42F5-ABB6-B417101408A9}"/>
              </a:ext>
            </a:extLst>
          </p:cNvPr>
          <p:cNvSpPr>
            <a:spLocks xmlns:a="http://schemas.openxmlformats.org/drawingml/2006/main" noGrp="1"/>
          </p:cNvSpPr>
          <p:nvPr/>
        </p:nvSpPr>
        <p:spPr>
          <a:xfrm xmlns:a="http://schemas.openxmlformats.org/drawingml/2006/main">
            <a:off x="2762250" y="4619625"/>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Qwen3-8B candidate</a:t>
            </a:r>
          </a:p>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Typed verification workflow</a:t>
            </a:r>
          </a:p>
        </p:txBody>
      </p:sp>
      <p:sp>
        <p:nvSpPr>
          <p:cNvPr id="35" name="">
            <a:extLst xmlns:a="http://schemas.openxmlformats.org/drawingml/2006/main">
              <a:ext uri="{FF2B5EF4-FFF2-40B4-BE49-F238E27FC236}">
                <a16:creationId xmlns:a16="http://schemas.microsoft.com/office/drawing/2014/main" id="{E313A00E-7DED-4700-BDA9-5F9D12BCF4E7}"/>
              </a:ext>
            </a:extLst>
          </p:cNvPr>
          <p:cNvSpPr>
            <a:spLocks xmlns:a="http://schemas.openxmlformats.org/drawingml/2006/main" noGrp="1"/>
          </p:cNvSpPr>
          <p:nvPr/>
        </p:nvSpPr>
        <p:spPr>
          <a:xfrm xmlns:a="http://schemas.openxmlformats.org/drawingml/2006/main">
            <a:off x="7067550" y="4619625"/>
            <a:ext cx="4552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Structured answers with evidence IDs</a:t>
            </a:r>
          </a:p>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Reranker and model selection by testing</a:t>
            </a:r>
          </a:p>
        </p:txBody>
      </p:sp>
      <p:sp>
        <p:nvSpPr>
          <p:cNvPr id="36" name="">
            <a:extLst xmlns:a="http://schemas.openxmlformats.org/drawingml/2006/main">
              <a:ext uri="{FF2B5EF4-FFF2-40B4-BE49-F238E27FC236}">
                <a16:creationId xmlns:a16="http://schemas.microsoft.com/office/drawing/2014/main" id="{19D37E9E-19F4-4F66-BE9F-035A716F3294}"/>
              </a:ext>
            </a:extLst>
          </p:cNvPr>
          <p:cNvSpPr>
            <a:spLocks xmlns:a="http://schemas.openxmlformats.org/drawingml/2006/main" noGrp="1"/>
          </p:cNvSpPr>
          <p:nvPr/>
        </p:nvSpPr>
        <p:spPr>
          <a:xfrm xmlns:a="http://schemas.openxmlformats.org/drawingml/2006/main">
            <a:off x="571500" y="5334000"/>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234F7B"/>
                </a:solidFill>
                <a:latin typeface="Arial Bold"/>
                <a:ea typeface="Arial Bold"/>
                <a:cs typeface="Arial Bold"/>
              </a:defRPr>
            </a:pPr>
            <a:r>
              <a:rPr sz="1575" b="1">
                <a:solidFill>
                  <a:srgbClr val="234F7B"/>
                </a:solidFill>
                <a:latin typeface="Arial Bold"/>
                <a:ea typeface="Arial Bold"/>
                <a:cs typeface="Arial Bold"/>
              </a:rPr>
              <a:t>D  PLATFORM</a:t>
            </a:r>
          </a:p>
        </p:txBody>
      </p:sp>
      <p:sp>
        <p:nvSpPr>
          <p:cNvPr id="37" name="">
            <a:extLst xmlns:a="http://schemas.openxmlformats.org/drawingml/2006/main">
              <a:ext uri="{FF2B5EF4-FFF2-40B4-BE49-F238E27FC236}">
                <a16:creationId xmlns:a16="http://schemas.microsoft.com/office/drawing/2014/main" id="{173405D0-637B-4E13-A5DB-4FEB5379F976}"/>
              </a:ext>
            </a:extLst>
          </p:cNvPr>
          <p:cNvSpPr>
            <a:spLocks xmlns:a="http://schemas.openxmlformats.org/drawingml/2006/main" noGrp="1"/>
          </p:cNvSpPr>
          <p:nvPr/>
        </p:nvSpPr>
        <p:spPr>
          <a:xfrm xmlns:a="http://schemas.openxmlformats.org/drawingml/2006/main">
            <a:off x="2762250" y="5334000"/>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Docker Compose, object storage</a:t>
            </a:r>
          </a:p>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Role-based access, audit logs</a:t>
            </a:r>
          </a:p>
        </p:txBody>
      </p:sp>
      <p:sp>
        <p:nvSpPr>
          <p:cNvPr id="38" name="">
            <a:extLst xmlns:a="http://schemas.openxmlformats.org/drawingml/2006/main">
              <a:ext uri="{FF2B5EF4-FFF2-40B4-BE49-F238E27FC236}">
                <a16:creationId xmlns:a16="http://schemas.microsoft.com/office/drawing/2014/main" id="{75475DB3-16BA-4894-8109-9D16C13241B0}"/>
              </a:ext>
            </a:extLst>
          </p:cNvPr>
          <p:cNvSpPr>
            <a:spLocks xmlns:a="http://schemas.openxmlformats.org/drawingml/2006/main" noGrp="1"/>
          </p:cNvSpPr>
          <p:nvPr/>
        </p:nvSpPr>
        <p:spPr>
          <a:xfrm xmlns:a="http://schemas.openxmlformats.org/drawingml/2006/main">
            <a:off x="7067550" y="5334000"/>
            <a:ext cx="4552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One backend and one worker initially</a:t>
            </a:r>
          </a:p>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Private cases stay outside the legal corpus</a:t>
            </a:r>
          </a:p>
        </p:txBody>
      </p:sp>
      <p:sp>
        <p:nvSpPr>
          <p:cNvPr id="39" name="">
            <a:extLst xmlns:a="http://schemas.openxmlformats.org/drawingml/2006/main">
              <a:ext uri="{FF2B5EF4-FFF2-40B4-BE49-F238E27FC236}">
                <a16:creationId xmlns:a16="http://schemas.microsoft.com/office/drawing/2014/main" id="{9FBCC7E6-2DBD-4034-854F-5B1C53D9023A}"/>
              </a:ext>
            </a:extLst>
          </p:cNvPr>
          <p:cNvSpPr>
            <a:spLocks xmlns:a="http://schemas.openxmlformats.org/drawingml/2006/main" noGrp="1"/>
          </p:cNvSpPr>
          <p:nvPr/>
        </p:nvSpPr>
        <p:spPr>
          <a:xfrm xmlns:a="http://schemas.openxmlformats.org/drawingml/2006/main">
            <a:off x="571500" y="628650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6636D"/>
                </a:solidFill>
                <a:latin typeface="Arial"/>
                <a:ea typeface="Arial"/>
                <a:cs typeface="Arial"/>
              </a:defRPr>
            </a:pPr>
            <a:r>
              <a:rPr sz="1500" b="0">
                <a:solidFill>
                  <a:srgbClr val="56636D"/>
                </a:solidFill>
                <a:latin typeface="Arial"/>
                <a:ea typeface="Arial"/>
                <a:cs typeface="Arial"/>
              </a:rPr>
              <a:t>Graph database and extra agents follow only if evaluation shows a benefit.</a:t>
            </a:r>
          </a:p>
        </p:txBody>
      </p:sp>
    </p:spTree>
    <p:extLst>
      <p:ext uri="{BB962C8B-B14F-4D97-AF65-F5344CB8AC3E}">
        <p14:creationId xmlns:p14="http://schemas.microsoft.com/office/powerpoint/2010/main" val="110782760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1" name="Freeform 11">
            <a:extLst xmlns:a="http://schemas.openxmlformats.org/drawingml/2006/main">
              <a:ext uri="{FF2B5EF4-FFF2-40B4-BE49-F238E27FC236}">
                <a16:creationId xmlns:a16="http://schemas.microsoft.com/office/drawing/2014/main" id="{C05FAAEE-3806-4301-9FB9-8F9C814935B9}"/>
              </a:ext>
            </a:extLst>
          </p:cNvPr>
          <p:cNvSpPr>
            <a:spLocks xmlns:a="http://schemas.openxmlformats.org/drawingml/2006/main" noGrp="1"/>
          </p:cNvSpPr>
          <p:nvPr/>
        </p:nvSpPr>
        <p:spPr>
          <a:xfrm xmlns:a="http://schemas.openxmlformats.org/drawingml/2006/main" rot="0" flipH="0" flipV="0">
            <a:off x="9782175" y="0"/>
            <a:ext cx="2247900" cy="1066800"/>
          </a:xfrm>
          <a:custGeom xmlns:a="http://schemas.openxmlformats.org/drawingml/2006/main">
            <a:rect l="l" t="t" r="r" b="b"/>
            <a:pathLst>
              <a:path w="2997200" h="1422400">
                <a:moveTo>
                  <a:pt x="0" y="0"/>
                </a:moveTo>
                <a:lnTo>
                  <a:pt x="2997200" y="0"/>
                </a:lnTo>
                <a:lnTo>
                  <a:pt x="2997200" y="1422400"/>
                </a:lnTo>
                <a:lnTo>
                  <a:pt x="0" y="1422400"/>
                </a:lnTo>
                <a:lnTo>
                  <a:pt x="0" y="0"/>
                </a:lnTo>
                <a:close/>
              </a:path>
            </a:pathLst>
          </a:custGeom>
          <a:blipFill xmlns:a="http://schemas.openxmlformats.org/drawingml/2006/main">
            <a:blip xmlns:r="http://schemas.openxmlformats.org/officeDocument/2006/relationships" r:embed="Rc2923ff303f6425f"/>
            <a:stretch>
              <a:fillRect l="0" t="0" r="0" b="0"/>
            </a:stretch>
          </a:blipFill>
        </p:spPr>
      </p:sp>
      <p:sp>
        <p:nvSpPr>
          <p:cNvPr id="12" name="Freeform 12">
            <a:extLst xmlns:a="http://schemas.openxmlformats.org/drawingml/2006/main">
              <a:ext uri="{FF2B5EF4-FFF2-40B4-BE49-F238E27FC236}">
                <a16:creationId xmlns:a16="http://schemas.microsoft.com/office/drawing/2014/main" id="{C6AC49F9-2802-46E5-87D4-432F27175B46}"/>
              </a:ext>
            </a:extLst>
          </p:cNvPr>
          <p:cNvSpPr>
            <a:spLocks xmlns:a="http://schemas.openxmlformats.org/drawingml/2006/main" noGrp="1"/>
          </p:cNvSpPr>
          <p:nvPr/>
        </p:nvSpPr>
        <p:spPr>
          <a:xfrm xmlns:a="http://schemas.openxmlformats.org/drawingml/2006/main">
            <a:off x="259394" y="173669"/>
            <a:ext cx="1555175" cy="964625"/>
          </a:xfrm>
          <a:custGeom xmlns:a="http://schemas.openxmlformats.org/drawingml/2006/main">
            <a:rect l="l" t="t" r="r" b="b"/>
            <a:pathLst>
              <a:path w="1555175" h="964625">
                <a:moveTo>
                  <a:pt x="0" y="0"/>
                </a:moveTo>
                <a:lnTo>
                  <a:pt x="1555176" y="0"/>
                </a:lnTo>
                <a:lnTo>
                  <a:pt x="1555176" y="964626"/>
                </a:lnTo>
                <a:lnTo>
                  <a:pt x="0" y="964626"/>
                </a:lnTo>
                <a:lnTo>
                  <a:pt x="0" y="0"/>
                </a:lnTo>
                <a:close/>
              </a:path>
            </a:pathLst>
          </a:custGeom>
          <a:blipFill xmlns:a="http://schemas.openxmlformats.org/drawingml/2006/main">
            <a:blip xmlns:r="http://schemas.openxmlformats.org/officeDocument/2006/relationships" r:embed="R939d94f460434da7">
              <a:extLst>
                <a:ext uri="{96DAC541-7B7A-43D3-8B79-37D633B846F1}">
                  <asvg:svgBlip xmlns:asvg="http://schemas.microsoft.com/office/drawing/2016/SVG/main" r:embed="R55ea8222250740dc"/>
                </a:ext>
              </a:extLst>
            </a:blip>
            <a:stretch>
              <a:fillRect l="0" t="0" r="0" b="0"/>
            </a:stretch>
          </a:blipFill>
        </p:spPr>
      </p:sp>
      <p:sp>
        <p:nvSpPr>
          <p:cNvPr id="13" name="">
            <a:extLst xmlns:a="http://schemas.openxmlformats.org/drawingml/2006/main">
              <a:ext uri="{FF2B5EF4-FFF2-40B4-BE49-F238E27FC236}">
                <a16:creationId xmlns:a16="http://schemas.microsoft.com/office/drawing/2014/main" id="{5CA47047-BF45-46B1-B8A7-3BA2830A49DC}"/>
              </a:ext>
            </a:extLst>
          </p:cNvPr>
          <p:cNvSpPr>
            <a:spLocks xmlns:a="http://schemas.openxmlformats.org/drawingml/2006/main" noGrp="1"/>
          </p:cNvSpPr>
          <p:nvPr/>
        </p:nvSpPr>
        <p:spPr>
          <a:xfrm xmlns:a="http://schemas.openxmlformats.org/drawingml/2006/main">
            <a:off x="1952625" y="266700"/>
            <a:ext cx="766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850" b="1">
                <a:solidFill>
                  <a:srgbClr val="202C37"/>
                </a:solidFill>
                <a:latin typeface="Arial Bold"/>
                <a:ea typeface="Arial Bold"/>
                <a:cs typeface="Arial Bold"/>
              </a:defRPr>
            </a:pPr>
            <a:r>
              <a:rPr sz="2850" b="1">
                <a:solidFill>
                  <a:srgbClr val="202C37"/>
                </a:solidFill>
                <a:latin typeface="Arial Bold"/>
                <a:ea typeface="Arial Bold"/>
                <a:cs typeface="Arial Bold"/>
              </a:rPr>
              <a:t>KEY FEATURES AND INNOVATION</a:t>
            </a:r>
          </a:p>
        </p:txBody>
      </p:sp>
      <p:sp>
        <p:nvSpPr>
          <p:cNvPr id="14" name="">
            <a:extLst xmlns:a="http://schemas.openxmlformats.org/drawingml/2006/main">
              <a:ext uri="{FF2B5EF4-FFF2-40B4-BE49-F238E27FC236}">
                <a16:creationId xmlns:a16="http://schemas.microsoft.com/office/drawing/2014/main" id="{967A4383-A6C3-4920-B76D-AD184E8D9E5B}"/>
              </a:ext>
            </a:extLst>
          </p:cNvPr>
          <p:cNvSpPr>
            <a:spLocks xmlns:a="http://schemas.openxmlformats.org/drawingml/2006/main" noGrp="1"/>
          </p:cNvSpPr>
          <p:nvPr/>
        </p:nvSpPr>
        <p:spPr>
          <a:xfrm xmlns:a="http://schemas.openxmlformats.org/drawingml/2006/main">
            <a:off x="485775" y="466725"/>
            <a:ext cx="109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1">
                <a:solidFill>
                  <a:srgbClr val="234F7B"/>
                </a:solidFill>
                <a:latin typeface="Arial Bold"/>
                <a:ea typeface="Arial Bold"/>
                <a:cs typeface="Arial Bold"/>
              </a:defRPr>
            </a:pPr>
            <a:r>
              <a:rPr sz="1800" b="1">
                <a:solidFill>
                  <a:srgbClr val="234F7B"/>
                </a:solidFill>
                <a:latin typeface="Arial Bold"/>
                <a:ea typeface="Arial Bold"/>
                <a:cs typeface="Arial Bold"/>
              </a:rPr>
              <a:t>Naut IQ</a:t>
            </a:r>
          </a:p>
        </p:txBody>
      </p:sp>
      <p:sp>
        <p:nvSpPr>
          <p:cNvPr id="15" name="">
            <a:extLst xmlns:a="http://schemas.openxmlformats.org/drawingml/2006/main">
              <a:ext uri="{FF2B5EF4-FFF2-40B4-BE49-F238E27FC236}">
                <a16:creationId xmlns:a16="http://schemas.microsoft.com/office/drawing/2014/main" id="{D5ADFF0A-36B8-4A1A-A77A-5D9DAE854A7A}"/>
              </a:ext>
            </a:extLst>
          </p:cNvPr>
          <p:cNvSpPr>
            <a:spLocks xmlns:a="http://schemas.openxmlformats.org/drawingml/2006/main" noGrp="1"/>
          </p:cNvSpPr>
          <p:nvPr/>
        </p:nvSpPr>
        <p:spPr>
          <a:xfrm xmlns:a="http://schemas.openxmlformats.org/drawingml/2006/main">
            <a:off x="571500" y="1581150"/>
            <a:ext cx="5334000" cy="1809750"/>
          </a:xfrm>
          <a:prstGeom xmlns:a="http://schemas.openxmlformats.org/drawingml/2006/main" prst="roundRect">
            <a:avLst>
              <a:gd name="adj" fmla="val 6316"/>
            </a:avLst>
          </a:prstGeom>
          <a:solidFill xmlns:a="http://schemas.openxmlformats.org/drawingml/2006/main">
            <a:srgbClr val="EEF4FA"/>
          </a:solidFill>
          <a:ln xmlns:a="http://schemas.openxmlformats.org/drawingml/2006/main" w="9525">
            <a:solidFill>
              <a:srgbClr val="CBD9E5"/>
            </a:solidFill>
          </a:ln>
        </p:spPr>
      </p:sp>
      <p:sp>
        <p:nvSpPr>
          <p:cNvPr id="16" name="">
            <a:extLst xmlns:a="http://schemas.openxmlformats.org/drawingml/2006/main">
              <a:ext uri="{FF2B5EF4-FFF2-40B4-BE49-F238E27FC236}">
                <a16:creationId xmlns:a16="http://schemas.microsoft.com/office/drawing/2014/main" id="{FE0E965B-7819-49C9-9DA7-19238AC6CAC4}"/>
              </a:ext>
            </a:extLst>
          </p:cNvPr>
          <p:cNvSpPr>
            <a:spLocks xmlns:a="http://schemas.openxmlformats.org/drawingml/2006/main" noGrp="1"/>
          </p:cNvSpPr>
          <p:nvPr/>
        </p:nvSpPr>
        <p:spPr>
          <a:xfrm xmlns:a="http://schemas.openxmlformats.org/drawingml/2006/main">
            <a:off x="809625" y="1771650"/>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234F7B"/>
                </a:solidFill>
                <a:latin typeface="Arial Bold"/>
                <a:ea typeface="Arial Bold"/>
                <a:cs typeface="Arial Bold"/>
              </a:defRPr>
            </a:pPr>
            <a:r>
              <a:rPr sz="2100" b="1">
                <a:solidFill>
                  <a:srgbClr val="234F7B"/>
                </a:solidFill>
                <a:latin typeface="Arial Bold"/>
                <a:ea typeface="Arial Bold"/>
                <a:cs typeface="Arial Bold"/>
              </a:rPr>
              <a:t>01</a:t>
            </a:r>
          </a:p>
        </p:txBody>
      </p:sp>
      <p:sp>
        <p:nvSpPr>
          <p:cNvPr id="17" name="">
            <a:extLst xmlns:a="http://schemas.openxmlformats.org/drawingml/2006/main">
              <a:ext uri="{FF2B5EF4-FFF2-40B4-BE49-F238E27FC236}">
                <a16:creationId xmlns:a16="http://schemas.microsoft.com/office/drawing/2014/main" id="{3B8535F7-81F5-4B53-91B1-8637B2E675CC}"/>
              </a:ext>
            </a:extLst>
          </p:cNvPr>
          <p:cNvSpPr>
            <a:spLocks xmlns:a="http://schemas.openxmlformats.org/drawingml/2006/main" noGrp="1"/>
          </p:cNvSpPr>
          <p:nvPr/>
        </p:nvSpPr>
        <p:spPr>
          <a:xfrm xmlns:a="http://schemas.openxmlformats.org/drawingml/2006/main">
            <a:off x="1466850" y="1790700"/>
            <a:ext cx="4191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202C37"/>
                </a:solidFill>
                <a:latin typeface="Arial Bold"/>
                <a:ea typeface="Arial Bold"/>
                <a:cs typeface="Arial Bold"/>
              </a:defRPr>
            </a:pPr>
            <a:r>
              <a:rPr sz="1875" b="1">
                <a:solidFill>
                  <a:srgbClr val="202C37"/>
                </a:solidFill>
                <a:latin typeface="Arial Bold"/>
                <a:ea typeface="Arial Bold"/>
                <a:cs typeface="Arial Bold"/>
              </a:rPr>
              <a:t>Relevant questions</a:t>
            </a:r>
          </a:p>
        </p:txBody>
      </p:sp>
      <p:sp>
        <p:nvSpPr>
          <p:cNvPr id="18" name="">
            <a:extLst xmlns:a="http://schemas.openxmlformats.org/drawingml/2006/main">
              <a:ext uri="{FF2B5EF4-FFF2-40B4-BE49-F238E27FC236}">
                <a16:creationId xmlns:a16="http://schemas.microsoft.com/office/drawing/2014/main" id="{8F0BF890-151C-4995-B30C-13C5608C613F}"/>
              </a:ext>
            </a:extLst>
          </p:cNvPr>
          <p:cNvSpPr>
            <a:spLocks xmlns:a="http://schemas.openxmlformats.org/drawingml/2006/main" noGrp="1"/>
          </p:cNvSpPr>
          <p:nvPr/>
        </p:nvSpPr>
        <p:spPr>
          <a:xfrm xmlns:a="http://schemas.openxmlformats.org/drawingml/2006/main">
            <a:off x="809625" y="2409825"/>
            <a:ext cx="4857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202C37"/>
                </a:solidFill>
                <a:latin typeface="Arial"/>
                <a:ea typeface="Arial"/>
                <a:cs typeface="Arial"/>
              </a:defRPr>
            </a:pPr>
            <a:r>
              <a:rPr sz="1725" b="0">
                <a:solidFill>
                  <a:srgbClr val="202C37"/>
                </a:solidFill>
                <a:latin typeface="Arial"/>
                <a:ea typeface="Arial"/>
                <a:cs typeface="Arial"/>
              </a:rPr>
              <a:t>General queries bypass the Passport. Product guidance asks only for facts that change the assessment.</a:t>
            </a:r>
          </a:p>
        </p:txBody>
      </p:sp>
      <p:sp>
        <p:nvSpPr>
          <p:cNvPr id="19" name="">
            <a:extLst xmlns:a="http://schemas.openxmlformats.org/drawingml/2006/main">
              <a:ext uri="{FF2B5EF4-FFF2-40B4-BE49-F238E27FC236}">
                <a16:creationId xmlns:a16="http://schemas.microsoft.com/office/drawing/2014/main" id="{38EC556B-3A8D-48B2-B949-56D698FD54B8}"/>
              </a:ext>
            </a:extLst>
          </p:cNvPr>
          <p:cNvSpPr>
            <a:spLocks xmlns:a="http://schemas.openxmlformats.org/drawingml/2006/main" noGrp="1"/>
          </p:cNvSpPr>
          <p:nvPr/>
        </p:nvSpPr>
        <p:spPr>
          <a:xfrm xmlns:a="http://schemas.openxmlformats.org/drawingml/2006/main">
            <a:off x="6381750" y="1581150"/>
            <a:ext cx="5334000" cy="1809750"/>
          </a:xfrm>
          <a:prstGeom xmlns:a="http://schemas.openxmlformats.org/drawingml/2006/main" prst="roundRect">
            <a:avLst>
              <a:gd name="adj" fmla="val 6316"/>
            </a:avLst>
          </a:prstGeom>
          <a:solidFill xmlns:a="http://schemas.openxmlformats.org/drawingml/2006/main">
            <a:srgbClr val="EAF6F3"/>
          </a:solidFill>
          <a:ln xmlns:a="http://schemas.openxmlformats.org/drawingml/2006/main" w="9525">
            <a:solidFill>
              <a:srgbClr val="CBD9E5"/>
            </a:solidFill>
          </a:ln>
        </p:spPr>
      </p:sp>
      <p:sp>
        <p:nvSpPr>
          <p:cNvPr id="20" name="">
            <a:extLst xmlns:a="http://schemas.openxmlformats.org/drawingml/2006/main">
              <a:ext uri="{FF2B5EF4-FFF2-40B4-BE49-F238E27FC236}">
                <a16:creationId xmlns:a16="http://schemas.microsoft.com/office/drawing/2014/main" id="{DA075A90-4746-49D5-925D-D3A16FFC901F}"/>
              </a:ext>
            </a:extLst>
          </p:cNvPr>
          <p:cNvSpPr>
            <a:spLocks xmlns:a="http://schemas.openxmlformats.org/drawingml/2006/main" noGrp="1"/>
          </p:cNvSpPr>
          <p:nvPr/>
        </p:nvSpPr>
        <p:spPr>
          <a:xfrm xmlns:a="http://schemas.openxmlformats.org/drawingml/2006/main">
            <a:off x="6619875" y="1771650"/>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17F80"/>
                </a:solidFill>
                <a:latin typeface="Arial Bold"/>
                <a:ea typeface="Arial Bold"/>
                <a:cs typeface="Arial Bold"/>
              </a:defRPr>
            </a:pPr>
            <a:r>
              <a:rPr sz="2100" b="1">
                <a:solidFill>
                  <a:srgbClr val="117F80"/>
                </a:solidFill>
                <a:latin typeface="Arial Bold"/>
                <a:ea typeface="Arial Bold"/>
                <a:cs typeface="Arial Bold"/>
              </a:rPr>
              <a:t>02</a:t>
            </a:r>
          </a:p>
        </p:txBody>
      </p:sp>
      <p:sp>
        <p:nvSpPr>
          <p:cNvPr id="21" name="">
            <a:extLst xmlns:a="http://schemas.openxmlformats.org/drawingml/2006/main">
              <a:ext uri="{FF2B5EF4-FFF2-40B4-BE49-F238E27FC236}">
                <a16:creationId xmlns:a16="http://schemas.microsoft.com/office/drawing/2014/main" id="{4874E0E1-7D1C-4951-BFFA-1FD0279B3364}"/>
              </a:ext>
            </a:extLst>
          </p:cNvPr>
          <p:cNvSpPr>
            <a:spLocks xmlns:a="http://schemas.openxmlformats.org/drawingml/2006/main" noGrp="1"/>
          </p:cNvSpPr>
          <p:nvPr/>
        </p:nvSpPr>
        <p:spPr>
          <a:xfrm xmlns:a="http://schemas.openxmlformats.org/drawingml/2006/main">
            <a:off x="7277100" y="1790700"/>
            <a:ext cx="4191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202C37"/>
                </a:solidFill>
                <a:latin typeface="Arial Bold"/>
                <a:ea typeface="Arial Bold"/>
                <a:cs typeface="Arial Bold"/>
              </a:defRPr>
            </a:pPr>
            <a:r>
              <a:rPr sz="1875" b="1">
                <a:solidFill>
                  <a:srgbClr val="202C37"/>
                </a:solidFill>
                <a:latin typeface="Arial Bold"/>
                <a:ea typeface="Arial Bold"/>
                <a:cs typeface="Arial Bold"/>
              </a:rPr>
              <a:t>Separate legal assessments</a:t>
            </a:r>
          </a:p>
        </p:txBody>
      </p:sp>
      <p:sp>
        <p:nvSpPr>
          <p:cNvPr id="22" name="">
            <a:extLst xmlns:a="http://schemas.openxmlformats.org/drawingml/2006/main">
              <a:ext uri="{FF2B5EF4-FFF2-40B4-BE49-F238E27FC236}">
                <a16:creationId xmlns:a16="http://schemas.microsoft.com/office/drawing/2014/main" id="{46A8FD4E-8179-422B-9228-FF6570A5149D}"/>
              </a:ext>
            </a:extLst>
          </p:cNvPr>
          <p:cNvSpPr>
            <a:spLocks xmlns:a="http://schemas.openxmlformats.org/drawingml/2006/main" noGrp="1"/>
          </p:cNvSpPr>
          <p:nvPr/>
        </p:nvSpPr>
        <p:spPr>
          <a:xfrm xmlns:a="http://schemas.openxmlformats.org/drawingml/2006/main">
            <a:off x="6619875" y="2409825"/>
            <a:ext cx="4857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202C37"/>
                </a:solidFill>
                <a:latin typeface="Arial"/>
                <a:ea typeface="Arial"/>
                <a:cs typeface="Arial"/>
              </a:defRPr>
            </a:pPr>
            <a:r>
              <a:rPr sz="1725" b="0">
                <a:solidFill>
                  <a:srgbClr val="202C37"/>
                </a:solidFill>
                <a:latin typeface="Arial"/>
                <a:ea typeface="Arial"/>
                <a:cs typeface="Arial"/>
              </a:rPr>
              <a:t>Regulatory category, IP opportunities and ABS duties each have their own conditions. Unknown facts remain visible.</a:t>
            </a:r>
          </a:p>
        </p:txBody>
      </p:sp>
      <p:sp>
        <p:nvSpPr>
          <p:cNvPr id="23" name="">
            <a:extLst xmlns:a="http://schemas.openxmlformats.org/drawingml/2006/main">
              <a:ext uri="{FF2B5EF4-FFF2-40B4-BE49-F238E27FC236}">
                <a16:creationId xmlns:a16="http://schemas.microsoft.com/office/drawing/2014/main" id="{B4DA2CBA-C2C8-430B-BE6E-ABA5326CD0C2}"/>
              </a:ext>
            </a:extLst>
          </p:cNvPr>
          <p:cNvSpPr>
            <a:spLocks xmlns:a="http://schemas.openxmlformats.org/drawingml/2006/main" noGrp="1"/>
          </p:cNvSpPr>
          <p:nvPr/>
        </p:nvSpPr>
        <p:spPr>
          <a:xfrm xmlns:a="http://schemas.openxmlformats.org/drawingml/2006/main">
            <a:off x="571500" y="3705225"/>
            <a:ext cx="5334000" cy="1809750"/>
          </a:xfrm>
          <a:prstGeom xmlns:a="http://schemas.openxmlformats.org/drawingml/2006/main" prst="roundRect">
            <a:avLst>
              <a:gd name="adj" fmla="val 6316"/>
            </a:avLst>
          </a:prstGeom>
          <a:solidFill xmlns:a="http://schemas.openxmlformats.org/drawingml/2006/main">
            <a:srgbClr val="EEF4FA"/>
          </a:solidFill>
          <a:ln xmlns:a="http://schemas.openxmlformats.org/drawingml/2006/main" w="9525">
            <a:solidFill>
              <a:srgbClr val="CBD9E5"/>
            </a:solidFill>
          </a:ln>
        </p:spPr>
      </p:sp>
      <p:sp>
        <p:nvSpPr>
          <p:cNvPr id="24" name="">
            <a:extLst xmlns:a="http://schemas.openxmlformats.org/drawingml/2006/main">
              <a:ext uri="{FF2B5EF4-FFF2-40B4-BE49-F238E27FC236}">
                <a16:creationId xmlns:a16="http://schemas.microsoft.com/office/drawing/2014/main" id="{E033055C-D7CB-42B0-9C3B-B42F4A2A87D7}"/>
              </a:ext>
            </a:extLst>
          </p:cNvPr>
          <p:cNvSpPr>
            <a:spLocks xmlns:a="http://schemas.openxmlformats.org/drawingml/2006/main" noGrp="1"/>
          </p:cNvSpPr>
          <p:nvPr/>
        </p:nvSpPr>
        <p:spPr>
          <a:xfrm xmlns:a="http://schemas.openxmlformats.org/drawingml/2006/main">
            <a:off x="809625" y="389572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234F7B"/>
                </a:solidFill>
                <a:latin typeface="Arial Bold"/>
                <a:ea typeface="Arial Bold"/>
                <a:cs typeface="Arial Bold"/>
              </a:defRPr>
            </a:pPr>
            <a:r>
              <a:rPr sz="2100" b="1">
                <a:solidFill>
                  <a:srgbClr val="234F7B"/>
                </a:solidFill>
                <a:latin typeface="Arial Bold"/>
                <a:ea typeface="Arial Bold"/>
                <a:cs typeface="Arial Bold"/>
              </a:rPr>
              <a:t>03</a:t>
            </a:r>
          </a:p>
        </p:txBody>
      </p:sp>
      <p:sp>
        <p:nvSpPr>
          <p:cNvPr id="25" name="">
            <a:extLst xmlns:a="http://schemas.openxmlformats.org/drawingml/2006/main">
              <a:ext uri="{FF2B5EF4-FFF2-40B4-BE49-F238E27FC236}">
                <a16:creationId xmlns:a16="http://schemas.microsoft.com/office/drawing/2014/main" id="{B0ED4D2E-D59B-46FD-AE63-AB4CC2E5EF08}"/>
              </a:ext>
            </a:extLst>
          </p:cNvPr>
          <p:cNvSpPr>
            <a:spLocks xmlns:a="http://schemas.openxmlformats.org/drawingml/2006/main" noGrp="1"/>
          </p:cNvSpPr>
          <p:nvPr/>
        </p:nvSpPr>
        <p:spPr>
          <a:xfrm xmlns:a="http://schemas.openxmlformats.org/drawingml/2006/main">
            <a:off x="1466850" y="3914775"/>
            <a:ext cx="4191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202C37"/>
                </a:solidFill>
                <a:latin typeface="Arial Bold"/>
                <a:ea typeface="Arial Bold"/>
                <a:cs typeface="Arial Bold"/>
              </a:defRPr>
            </a:pPr>
            <a:r>
              <a:rPr sz="1875" b="1">
                <a:solidFill>
                  <a:srgbClr val="202C37"/>
                </a:solidFill>
                <a:latin typeface="Arial Bold"/>
                <a:ea typeface="Arial Bold"/>
                <a:cs typeface="Arial Bold"/>
              </a:rPr>
              <a:t>Evidence users can inspect</a:t>
            </a:r>
          </a:p>
        </p:txBody>
      </p:sp>
      <p:sp>
        <p:nvSpPr>
          <p:cNvPr id="26" name="">
            <a:extLst xmlns:a="http://schemas.openxmlformats.org/drawingml/2006/main">
              <a:ext uri="{FF2B5EF4-FFF2-40B4-BE49-F238E27FC236}">
                <a16:creationId xmlns:a16="http://schemas.microsoft.com/office/drawing/2014/main" id="{01A7714E-AF42-4F29-B72C-1C0A09F3C6FC}"/>
              </a:ext>
            </a:extLst>
          </p:cNvPr>
          <p:cNvSpPr>
            <a:spLocks xmlns:a="http://schemas.openxmlformats.org/drawingml/2006/main" noGrp="1"/>
          </p:cNvSpPr>
          <p:nvPr/>
        </p:nvSpPr>
        <p:spPr>
          <a:xfrm xmlns:a="http://schemas.openxmlformats.org/drawingml/2006/main">
            <a:off x="809625" y="4533900"/>
            <a:ext cx="4857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202C37"/>
                </a:solidFill>
                <a:latin typeface="Arial"/>
                <a:ea typeface="Arial"/>
                <a:cs typeface="Arial"/>
              </a:defRPr>
            </a:pPr>
            <a:r>
              <a:rPr sz="1725" b="0">
                <a:solidFill>
                  <a:srgbClr val="202C37"/>
                </a:solidFill>
                <a:latin typeface="Arial"/>
                <a:ea typeface="Arial"/>
                <a:cs typeface="Arial"/>
              </a:rPr>
              <a:t>Each material claim links to the exact provision and source version. The system checks jurisdiction, effective dates and exceptions.</a:t>
            </a:r>
          </a:p>
        </p:txBody>
      </p:sp>
      <p:sp>
        <p:nvSpPr>
          <p:cNvPr id="27" name="">
            <a:extLst xmlns:a="http://schemas.openxmlformats.org/drawingml/2006/main">
              <a:ext uri="{FF2B5EF4-FFF2-40B4-BE49-F238E27FC236}">
                <a16:creationId xmlns:a16="http://schemas.microsoft.com/office/drawing/2014/main" id="{942AB762-3977-486D-A5D5-5D5C9425C71A}"/>
              </a:ext>
            </a:extLst>
          </p:cNvPr>
          <p:cNvSpPr>
            <a:spLocks xmlns:a="http://schemas.openxmlformats.org/drawingml/2006/main" noGrp="1"/>
          </p:cNvSpPr>
          <p:nvPr/>
        </p:nvSpPr>
        <p:spPr>
          <a:xfrm xmlns:a="http://schemas.openxmlformats.org/drawingml/2006/main">
            <a:off x="6381750" y="3705225"/>
            <a:ext cx="5334000" cy="1809750"/>
          </a:xfrm>
          <a:prstGeom xmlns:a="http://schemas.openxmlformats.org/drawingml/2006/main" prst="roundRect">
            <a:avLst>
              <a:gd name="adj" fmla="val 6316"/>
            </a:avLst>
          </a:prstGeom>
          <a:solidFill xmlns:a="http://schemas.openxmlformats.org/drawingml/2006/main">
            <a:srgbClr val="EAF6F3"/>
          </a:solidFill>
          <a:ln xmlns:a="http://schemas.openxmlformats.org/drawingml/2006/main" w="9525">
            <a:solidFill>
              <a:srgbClr val="CBD9E5"/>
            </a:solidFill>
          </a:ln>
        </p:spPr>
      </p:sp>
      <p:sp>
        <p:nvSpPr>
          <p:cNvPr id="28" name="">
            <a:extLst xmlns:a="http://schemas.openxmlformats.org/drawingml/2006/main">
              <a:ext uri="{FF2B5EF4-FFF2-40B4-BE49-F238E27FC236}">
                <a16:creationId xmlns:a16="http://schemas.microsoft.com/office/drawing/2014/main" id="{CCB447D1-6000-4AE3-8C78-3EEEDBCF1EF2}"/>
              </a:ext>
            </a:extLst>
          </p:cNvPr>
          <p:cNvSpPr>
            <a:spLocks xmlns:a="http://schemas.openxmlformats.org/drawingml/2006/main" noGrp="1"/>
          </p:cNvSpPr>
          <p:nvPr/>
        </p:nvSpPr>
        <p:spPr>
          <a:xfrm xmlns:a="http://schemas.openxmlformats.org/drawingml/2006/main">
            <a:off x="6619875" y="389572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17F80"/>
                </a:solidFill>
                <a:latin typeface="Arial Bold"/>
                <a:ea typeface="Arial Bold"/>
                <a:cs typeface="Arial Bold"/>
              </a:defRPr>
            </a:pPr>
            <a:r>
              <a:rPr sz="2100" b="1">
                <a:solidFill>
                  <a:srgbClr val="117F80"/>
                </a:solidFill>
                <a:latin typeface="Arial Bold"/>
                <a:ea typeface="Arial Bold"/>
                <a:cs typeface="Arial Bold"/>
              </a:rPr>
              <a:t>04</a:t>
            </a:r>
          </a:p>
        </p:txBody>
      </p:sp>
      <p:sp>
        <p:nvSpPr>
          <p:cNvPr id="29" name="">
            <a:extLst xmlns:a="http://schemas.openxmlformats.org/drawingml/2006/main">
              <a:ext uri="{FF2B5EF4-FFF2-40B4-BE49-F238E27FC236}">
                <a16:creationId xmlns:a16="http://schemas.microsoft.com/office/drawing/2014/main" id="{42D11A1A-4776-44B9-AD93-31C997E737E2}"/>
              </a:ext>
            </a:extLst>
          </p:cNvPr>
          <p:cNvSpPr>
            <a:spLocks xmlns:a="http://schemas.openxmlformats.org/drawingml/2006/main" noGrp="1"/>
          </p:cNvSpPr>
          <p:nvPr/>
        </p:nvSpPr>
        <p:spPr>
          <a:xfrm xmlns:a="http://schemas.openxmlformats.org/drawingml/2006/main">
            <a:off x="7277100" y="3914775"/>
            <a:ext cx="4191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202C37"/>
                </a:solidFill>
                <a:latin typeface="Arial Bold"/>
                <a:ea typeface="Arial Bold"/>
                <a:cs typeface="Arial Bold"/>
              </a:defRPr>
            </a:pPr>
            <a:r>
              <a:rPr sz="1875" b="1">
                <a:solidFill>
                  <a:srgbClr val="202C37"/>
                </a:solidFill>
                <a:latin typeface="Arial Bold"/>
                <a:ea typeface="Arial Bold"/>
                <a:cs typeface="Arial Bold"/>
              </a:rPr>
              <a:t>A clear path when uncertain</a:t>
            </a:r>
          </a:p>
        </p:txBody>
      </p:sp>
      <p:sp>
        <p:nvSpPr>
          <p:cNvPr id="30" name="">
            <a:extLst xmlns:a="http://schemas.openxmlformats.org/drawingml/2006/main">
              <a:ext uri="{FF2B5EF4-FFF2-40B4-BE49-F238E27FC236}">
                <a16:creationId xmlns:a16="http://schemas.microsoft.com/office/drawing/2014/main" id="{571D4DB4-3831-40FD-AE6D-D8B4DE365AC8}"/>
              </a:ext>
            </a:extLst>
          </p:cNvPr>
          <p:cNvSpPr>
            <a:spLocks xmlns:a="http://schemas.openxmlformats.org/drawingml/2006/main" noGrp="1"/>
          </p:cNvSpPr>
          <p:nvPr/>
        </p:nvSpPr>
        <p:spPr>
          <a:xfrm xmlns:a="http://schemas.openxmlformats.org/drawingml/2006/main">
            <a:off x="6619875" y="4533900"/>
            <a:ext cx="4857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202C37"/>
                </a:solidFill>
                <a:latin typeface="Arial"/>
                <a:ea typeface="Arial"/>
                <a:cs typeface="Arial"/>
              </a:defRPr>
            </a:pPr>
            <a:r>
              <a:rPr sz="1725" b="0">
                <a:solidFill>
                  <a:srgbClr val="202C37"/>
                </a:solidFill>
                <a:latin typeface="Arial"/>
                <a:ea typeface="Arial"/>
                <a:cs typeface="Arial"/>
              </a:rPr>
              <a:t>Unsupported sections trigger clarification or human review. The case file preserves facts, sources and unresolved questions.</a:t>
            </a:r>
          </a:p>
        </p:txBody>
      </p:sp>
      <p:sp>
        <p:nvSpPr>
          <p:cNvPr id="31" name="">
            <a:extLst xmlns:a="http://schemas.openxmlformats.org/drawingml/2006/main">
              <a:ext uri="{FF2B5EF4-FFF2-40B4-BE49-F238E27FC236}">
                <a16:creationId xmlns:a16="http://schemas.microsoft.com/office/drawing/2014/main" id="{2736A533-E4CF-4B97-8BE8-8B17A67AF504}"/>
              </a:ext>
            </a:extLst>
          </p:cNvPr>
          <p:cNvSpPr>
            <a:spLocks xmlns:a="http://schemas.openxmlformats.org/drawingml/2006/main" noGrp="1"/>
          </p:cNvSpPr>
          <p:nvPr/>
        </p:nvSpPr>
        <p:spPr>
          <a:xfrm xmlns:a="http://schemas.openxmlformats.org/drawingml/2006/main">
            <a:off x="619125" y="6134100"/>
            <a:ext cx="1095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6636D"/>
                </a:solidFill>
                <a:latin typeface="Arial"/>
                <a:ea typeface="Arial"/>
                <a:cs typeface="Arial"/>
              </a:defRPr>
            </a:pPr>
            <a:r>
              <a:rPr sz="1650" b="0">
                <a:solidFill>
                  <a:srgbClr val="56636D"/>
                </a:solidFill>
                <a:latin typeface="Arial"/>
                <a:ea typeface="Arial"/>
                <a:cs typeface="Arial"/>
              </a:rPr>
              <a:t>Information, not legal advice. Expert review remains essential for legal decisions.</a:t>
            </a:r>
          </a:p>
        </p:txBody>
      </p:sp>
    </p:spTree>
    <p:extLst>
      <p:ext uri="{BB962C8B-B14F-4D97-AF65-F5344CB8AC3E}">
        <p14:creationId xmlns:p14="http://schemas.microsoft.com/office/powerpoint/2010/main" val="135047376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8BB9E24E-B68D-401C-A547-638A13F7609C}"/>
              </a:ext>
            </a:extLst>
          </p:cNvPr>
          <p:cNvSpPr>
            <a:spLocks xmlns:a="http://schemas.openxmlformats.org/drawingml/2006/main" noGrp="1"/>
          </p:cNvSpPr>
          <p:nvPr/>
        </p:nvSpPr>
        <p:spPr>
          <a:xfrm xmlns:a="http://schemas.openxmlformats.org/drawingml/2006/main">
            <a:off x="231772" y="155572"/>
            <a:ext cx="1593847" cy="1003297"/>
          </a:xfrm>
          <a:custGeom xmlns:a="http://schemas.openxmlformats.org/drawingml/2006/main">
            <a:rect l="l" t="t" r="r" b="b"/>
            <a:pathLst>
              <a:path w="1593847" h="1003297">
                <a:moveTo>
                  <a:pt x="0" y="0"/>
                </a:moveTo>
                <a:lnTo>
                  <a:pt x="1593847" y="0"/>
                </a:lnTo>
                <a:lnTo>
                  <a:pt x="1593847" y="1003297"/>
                </a:lnTo>
                <a:lnTo>
                  <a:pt x="0" y="1003297"/>
                </a:lnTo>
                <a:lnTo>
                  <a:pt x="0" y="0"/>
                </a:lnTo>
                <a:close/>
              </a:path>
            </a:pathLst>
          </a:custGeom>
          <a:blipFill xmlns:a="http://schemas.openxmlformats.org/drawingml/2006/main">
            <a:blip xmlns:r="http://schemas.openxmlformats.org/officeDocument/2006/relationships" r:embed="R5e10112c1df7458f">
              <a:extLst>
                <a:ext uri="{96DAC541-7B7A-43D3-8B79-37D633B846F1}">
                  <asvg:svgBlip xmlns:asvg="http://schemas.microsoft.com/office/drawing/2016/SVG/main" r:embed="R7435a8fe2c3a4067"/>
                </a:ext>
              </a:extLst>
            </a:blip>
            <a:stretch>
              <a:fillRect l="0" t="0" r="0" b="0"/>
            </a:stretch>
          </a:blipFill>
        </p:spPr>
      </p:sp>
      <p:sp>
        <p:nvSpPr>
          <p:cNvPr id="9" name="Freeform 9">
            <a:extLst xmlns:a="http://schemas.openxmlformats.org/drawingml/2006/main">
              <a:ext uri="{FF2B5EF4-FFF2-40B4-BE49-F238E27FC236}">
                <a16:creationId xmlns:a16="http://schemas.microsoft.com/office/drawing/2014/main" id="{CF7C120C-0328-444D-AD4D-38D36F106A79}"/>
              </a:ext>
            </a:extLst>
          </p:cNvPr>
          <p:cNvSpPr>
            <a:spLocks xmlns:a="http://schemas.openxmlformats.org/drawingml/2006/main" noGrp="1"/>
          </p:cNvSpPr>
          <p:nvPr/>
        </p:nvSpPr>
        <p:spPr>
          <a:xfrm xmlns:a="http://schemas.openxmlformats.org/drawingml/2006/main" rot="0" flipH="0" flipV="0">
            <a:off x="1905000" y="-19050"/>
            <a:ext cx="10125075" cy="1047750"/>
          </a:xfrm>
          <a:custGeom xmlns:a="http://schemas.openxmlformats.org/drawingml/2006/main">
            <a:rect l="l" t="t" r="r" b="b"/>
            <a:pathLst>
              <a:path w="13500100" h="1397000">
                <a:moveTo>
                  <a:pt x="0" y="0"/>
                </a:moveTo>
                <a:lnTo>
                  <a:pt x="13500100" y="0"/>
                </a:lnTo>
                <a:lnTo>
                  <a:pt x="13500100" y="1397000"/>
                </a:lnTo>
                <a:lnTo>
                  <a:pt x="0" y="1397000"/>
                </a:lnTo>
                <a:lnTo>
                  <a:pt x="0" y="0"/>
                </a:lnTo>
                <a:close/>
              </a:path>
            </a:pathLst>
          </a:custGeom>
          <a:blipFill xmlns:a="http://schemas.openxmlformats.org/drawingml/2006/main">
            <a:blip xmlns:r="http://schemas.openxmlformats.org/officeDocument/2006/relationships" r:embed="R4e96bd47f6264600"/>
            <a:stretch>
              <a:fillRect l="0" t="0" r="0" b="0"/>
            </a:stretch>
          </a:blipFill>
        </p:spPr>
      </p:sp>
      <p:sp>
        <p:nvSpPr>
          <p:cNvPr id="10" name="">
            <a:extLst xmlns:a="http://schemas.openxmlformats.org/drawingml/2006/main">
              <a:ext uri="{FF2B5EF4-FFF2-40B4-BE49-F238E27FC236}">
                <a16:creationId xmlns:a16="http://schemas.microsoft.com/office/drawing/2014/main" id="{2E2FBE65-1B6B-45B2-BC79-54B1AB0A7694}"/>
              </a:ext>
            </a:extLst>
          </p:cNvPr>
          <p:cNvSpPr>
            <a:spLocks xmlns:a="http://schemas.openxmlformats.org/drawingml/2006/main" noGrp="1"/>
          </p:cNvSpPr>
          <p:nvPr/>
        </p:nvSpPr>
        <p:spPr>
          <a:xfrm xmlns:a="http://schemas.openxmlformats.org/drawingml/2006/main">
            <a:off x="1952625" y="266700"/>
            <a:ext cx="766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000" b="1">
                <a:solidFill>
                  <a:srgbClr val="202C37"/>
                </a:solidFill>
                <a:latin typeface="Arial Bold"/>
                <a:ea typeface="Arial Bold"/>
                <a:cs typeface="Arial Bold"/>
              </a:defRPr>
            </a:pPr>
            <a:r>
              <a:rPr sz="3000" b="1">
                <a:solidFill>
                  <a:srgbClr val="202C37"/>
                </a:solidFill>
                <a:latin typeface="Arial Bold"/>
                <a:ea typeface="Arial Bold"/>
                <a:cs typeface="Arial Bold"/>
              </a:rPr>
              <a:t>FEASIBILITY AND VIABILITY</a:t>
            </a:r>
          </a:p>
        </p:txBody>
      </p:sp>
      <p:sp>
        <p:nvSpPr>
          <p:cNvPr id="11" name="">
            <a:extLst xmlns:a="http://schemas.openxmlformats.org/drawingml/2006/main">
              <a:ext uri="{FF2B5EF4-FFF2-40B4-BE49-F238E27FC236}">
                <a16:creationId xmlns:a16="http://schemas.microsoft.com/office/drawing/2014/main" id="{77239F6D-377C-4AD8-8182-CA6430A5248C}"/>
              </a:ext>
            </a:extLst>
          </p:cNvPr>
          <p:cNvSpPr>
            <a:spLocks xmlns:a="http://schemas.openxmlformats.org/drawingml/2006/main" noGrp="1"/>
          </p:cNvSpPr>
          <p:nvPr/>
        </p:nvSpPr>
        <p:spPr>
          <a:xfrm xmlns:a="http://schemas.openxmlformats.org/drawingml/2006/main">
            <a:off x="485775" y="466725"/>
            <a:ext cx="109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1">
                <a:solidFill>
                  <a:srgbClr val="234F7B"/>
                </a:solidFill>
                <a:latin typeface="Arial Bold"/>
                <a:ea typeface="Arial Bold"/>
                <a:cs typeface="Arial Bold"/>
              </a:defRPr>
            </a:pPr>
            <a:r>
              <a:rPr sz="1800" b="1">
                <a:solidFill>
                  <a:srgbClr val="234F7B"/>
                </a:solidFill>
                <a:latin typeface="Arial Bold"/>
                <a:ea typeface="Arial Bold"/>
                <a:cs typeface="Arial Bold"/>
              </a:rPr>
              <a:t>Naut IQ</a:t>
            </a:r>
          </a:p>
        </p:txBody>
      </p:sp>
      <p:sp>
        <p:nvSpPr>
          <p:cNvPr id="12" name="">
            <a:extLst xmlns:a="http://schemas.openxmlformats.org/drawingml/2006/main">
              <a:ext uri="{FF2B5EF4-FFF2-40B4-BE49-F238E27FC236}">
                <a16:creationId xmlns:a16="http://schemas.microsoft.com/office/drawing/2014/main" id="{D28486B6-D611-4F2A-B300-B0C827E7BA1B}"/>
              </a:ext>
            </a:extLst>
          </p:cNvPr>
          <p:cNvSpPr>
            <a:spLocks xmlns:a="http://schemas.openxmlformats.org/drawingml/2006/main" noGrp="1"/>
          </p:cNvSpPr>
          <p:nvPr/>
        </p:nvSpPr>
        <p:spPr>
          <a:xfrm xmlns:a="http://schemas.openxmlformats.org/drawingml/2006/main">
            <a:off x="381000" y="1285875"/>
            <a:ext cx="5524500" cy="4210050"/>
          </a:xfrm>
          <a:prstGeom xmlns:a="http://schemas.openxmlformats.org/drawingml/2006/main" prst="roundRect">
            <a:avLst>
              <a:gd name="adj" fmla="val 2715"/>
            </a:avLst>
          </a:prstGeom>
          <a:solidFill xmlns:a="http://schemas.openxmlformats.org/drawingml/2006/main">
            <a:srgbClr val="EEF4FA"/>
          </a:solidFill>
          <a:ln xmlns:a="http://schemas.openxmlformats.org/drawingml/2006/main" w="9525">
            <a:solidFill>
              <a:srgbClr val="CBD9E5"/>
            </a:solidFill>
          </a:ln>
        </p:spPr>
      </p:sp>
      <p:sp>
        <p:nvSpPr>
          <p:cNvPr id="13" name="">
            <a:extLst xmlns:a="http://schemas.openxmlformats.org/drawingml/2006/main">
              <a:ext uri="{FF2B5EF4-FFF2-40B4-BE49-F238E27FC236}">
                <a16:creationId xmlns:a16="http://schemas.microsoft.com/office/drawing/2014/main" id="{0BBA9D1F-C213-4E75-8589-C57A96CE79B7}"/>
              </a:ext>
            </a:extLst>
          </p:cNvPr>
          <p:cNvSpPr>
            <a:spLocks xmlns:a="http://schemas.openxmlformats.org/drawingml/2006/main" noGrp="1"/>
          </p:cNvSpPr>
          <p:nvPr/>
        </p:nvSpPr>
        <p:spPr>
          <a:xfrm xmlns:a="http://schemas.openxmlformats.org/drawingml/2006/main">
            <a:off x="6457950" y="1285875"/>
            <a:ext cx="5314950" cy="4210050"/>
          </a:xfrm>
          <a:prstGeom xmlns:a="http://schemas.openxmlformats.org/drawingml/2006/main" prst="roundRect">
            <a:avLst>
              <a:gd name="adj" fmla="val 2715"/>
            </a:avLst>
          </a:prstGeom>
          <a:solidFill xmlns:a="http://schemas.openxmlformats.org/drawingml/2006/main">
            <a:srgbClr val="EAF6F3"/>
          </a:solidFill>
          <a:ln xmlns:a="http://schemas.openxmlformats.org/drawingml/2006/main" w="9525">
            <a:solidFill>
              <a:srgbClr val="BFDCD7"/>
            </a:solidFill>
          </a:ln>
        </p:spPr>
      </p:sp>
      <p:sp>
        <p:nvSpPr>
          <p:cNvPr id="14" name="">
            <a:extLst xmlns:a="http://schemas.openxmlformats.org/drawingml/2006/main">
              <a:ext uri="{FF2B5EF4-FFF2-40B4-BE49-F238E27FC236}">
                <a16:creationId xmlns:a16="http://schemas.microsoft.com/office/drawing/2014/main" id="{2FB2CD9E-7FD0-41A0-8199-8B8C38A4914F}"/>
              </a:ext>
            </a:extLst>
          </p:cNvPr>
          <p:cNvSpPr>
            <a:spLocks xmlns:a="http://schemas.openxmlformats.org/drawingml/2006/main" noGrp="1"/>
          </p:cNvSpPr>
          <p:nvPr/>
        </p:nvSpPr>
        <p:spPr>
          <a:xfrm xmlns:a="http://schemas.openxmlformats.org/drawingml/2006/main">
            <a:off x="381000" y="5791200"/>
            <a:ext cx="11391900" cy="409575"/>
          </a:xfrm>
          <a:prstGeom xmlns:a="http://schemas.openxmlformats.org/drawingml/2006/main" prst="roundRect">
            <a:avLst>
              <a:gd name="adj" fmla="val 18605"/>
            </a:avLst>
          </a:prstGeom>
          <a:solidFill xmlns:a="http://schemas.openxmlformats.org/drawingml/2006/main">
            <a:srgbClr val="234F7B"/>
          </a:solidFill>
          <a:ln xmlns:a="http://schemas.openxmlformats.org/drawingml/2006/main" w="9525">
            <a:solidFill>
              <a:srgbClr val="234F7B"/>
            </a:solidFill>
          </a:ln>
        </p:spPr>
      </p:sp>
      <p:sp>
        <p:nvSpPr>
          <p:cNvPr id="15" name="">
            <a:extLst xmlns:a="http://schemas.openxmlformats.org/drawingml/2006/main">
              <a:ext uri="{FF2B5EF4-FFF2-40B4-BE49-F238E27FC236}">
                <a16:creationId xmlns:a16="http://schemas.microsoft.com/office/drawing/2014/main" id="{87322AB2-C1B7-4BA1-A40D-B61AB7B3DB1A}"/>
              </a:ext>
            </a:extLst>
          </p:cNvPr>
          <p:cNvSpPr>
            <a:spLocks xmlns:a="http://schemas.openxmlformats.org/drawingml/2006/main" noGrp="1"/>
          </p:cNvSpPr>
          <p:nvPr/>
        </p:nvSpPr>
        <p:spPr>
          <a:xfrm xmlns:a="http://schemas.openxmlformats.org/drawingml/2006/main">
            <a:off x="571500" y="1400175"/>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234F7B"/>
                </a:solidFill>
                <a:latin typeface="Arial Bold"/>
                <a:ea typeface="Arial Bold"/>
                <a:cs typeface="Arial Bold"/>
              </a:defRPr>
            </a:pPr>
            <a:r>
              <a:rPr sz="1875" b="1">
                <a:solidFill>
                  <a:srgbClr val="234F7B"/>
                </a:solidFill>
                <a:latin typeface="Arial Bold"/>
                <a:ea typeface="Arial Bold"/>
                <a:cs typeface="Arial Bold"/>
              </a:rPr>
              <a:t>BUILD AND VALIDATE</a:t>
            </a:r>
          </a:p>
        </p:txBody>
      </p:sp>
      <p:sp>
        <p:nvSpPr>
          <p:cNvPr id="16" name="">
            <a:extLst xmlns:a="http://schemas.openxmlformats.org/drawingml/2006/main">
              <a:ext uri="{FF2B5EF4-FFF2-40B4-BE49-F238E27FC236}">
                <a16:creationId xmlns:a16="http://schemas.microsoft.com/office/drawing/2014/main" id="{283057AB-E1EE-446B-9A4D-724408953379}"/>
              </a:ext>
            </a:extLst>
          </p:cNvPr>
          <p:cNvSpPr>
            <a:spLocks xmlns:a="http://schemas.openxmlformats.org/drawingml/2006/main" noGrp="1"/>
          </p:cNvSpPr>
          <p:nvPr/>
        </p:nvSpPr>
        <p:spPr>
          <a:xfrm xmlns:a="http://schemas.openxmlformats.org/drawingml/2006/main">
            <a:off x="571500" y="198120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202C37"/>
                </a:solidFill>
                <a:latin typeface="Arial Bold"/>
                <a:ea typeface="Arial Bold"/>
                <a:cs typeface="Arial Bold"/>
              </a:defRPr>
            </a:pPr>
            <a:r>
              <a:rPr sz="1950" b="1">
                <a:solidFill>
                  <a:srgbClr val="202C37"/>
                </a:solidFill>
                <a:latin typeface="Arial Bold"/>
                <a:ea typeface="Arial Bold"/>
                <a:cs typeface="Arial Bold"/>
              </a:rPr>
              <a:t>01  Reviewed foundation</a:t>
            </a:r>
          </a:p>
        </p:txBody>
      </p:sp>
      <p:sp>
        <p:nvSpPr>
          <p:cNvPr id="17" name="">
            <a:extLst xmlns:a="http://schemas.openxmlformats.org/drawingml/2006/main">
              <a:ext uri="{FF2B5EF4-FFF2-40B4-BE49-F238E27FC236}">
                <a16:creationId xmlns:a16="http://schemas.microsoft.com/office/drawing/2014/main" id="{18F68D6D-BC01-42A7-9653-482CD43F63C2}"/>
              </a:ext>
            </a:extLst>
          </p:cNvPr>
          <p:cNvSpPr>
            <a:spLocks xmlns:a="http://schemas.openxmlformats.org/drawingml/2006/main" noGrp="1"/>
          </p:cNvSpPr>
          <p:nvPr/>
        </p:nvSpPr>
        <p:spPr>
          <a:xfrm xmlns:a="http://schemas.openxmlformats.org/drawingml/2006/main">
            <a:off x="571500" y="2419350"/>
            <a:ext cx="4905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Official provisions, decision rules and 30 expert-reviewed cases</a:t>
            </a:r>
          </a:p>
        </p:txBody>
      </p:sp>
      <p:sp>
        <p:nvSpPr>
          <p:cNvPr id="18" name="">
            <a:extLst xmlns:a="http://schemas.openxmlformats.org/drawingml/2006/main">
              <a:ext uri="{FF2B5EF4-FFF2-40B4-BE49-F238E27FC236}">
                <a16:creationId xmlns:a16="http://schemas.microsoft.com/office/drawing/2014/main" id="{A788454B-F66F-4986-BA97-03018ACB2B1F}"/>
              </a:ext>
            </a:extLst>
          </p:cNvPr>
          <p:cNvSpPr>
            <a:spLocks xmlns:a="http://schemas.openxmlformats.org/drawingml/2006/main" noGrp="1"/>
          </p:cNvSpPr>
          <p:nvPr/>
        </p:nvSpPr>
        <p:spPr>
          <a:xfrm xmlns:a="http://schemas.openxmlformats.org/drawingml/2006/main">
            <a:off x="571500" y="3171825"/>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202C37"/>
                </a:solidFill>
                <a:latin typeface="Arial Bold"/>
                <a:ea typeface="Arial Bold"/>
                <a:cs typeface="Arial Bold"/>
              </a:defRPr>
            </a:pPr>
            <a:r>
              <a:rPr sz="1950" b="1">
                <a:solidFill>
                  <a:srgbClr val="202C37"/>
                </a:solidFill>
                <a:latin typeface="Arial Bold"/>
                <a:ea typeface="Arial Bold"/>
                <a:cs typeface="Arial Bold"/>
              </a:rPr>
              <a:t>02  Working demonstrator</a:t>
            </a:r>
          </a:p>
        </p:txBody>
      </p:sp>
      <p:sp>
        <p:nvSpPr>
          <p:cNvPr id="19" name="">
            <a:extLst xmlns:a="http://schemas.openxmlformats.org/drawingml/2006/main">
              <a:ext uri="{FF2B5EF4-FFF2-40B4-BE49-F238E27FC236}">
                <a16:creationId xmlns:a16="http://schemas.microsoft.com/office/drawing/2014/main" id="{028B4616-0BEB-4C0C-8496-AC98C599B278}"/>
              </a:ext>
            </a:extLst>
          </p:cNvPr>
          <p:cNvSpPr>
            <a:spLocks xmlns:a="http://schemas.openxmlformats.org/drawingml/2006/main" noGrp="1"/>
          </p:cNvSpPr>
          <p:nvPr/>
        </p:nvSpPr>
        <p:spPr>
          <a:xfrm xmlns:a="http://schemas.openxmlformats.org/drawingml/2006/main">
            <a:off x="571500" y="3609975"/>
            <a:ext cx="4905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Two product journeys, general queries and verified citations</a:t>
            </a:r>
          </a:p>
        </p:txBody>
      </p:sp>
      <p:sp>
        <p:nvSpPr>
          <p:cNvPr id="20" name="">
            <a:extLst xmlns:a="http://schemas.openxmlformats.org/drawingml/2006/main">
              <a:ext uri="{FF2B5EF4-FFF2-40B4-BE49-F238E27FC236}">
                <a16:creationId xmlns:a16="http://schemas.microsoft.com/office/drawing/2014/main" id="{08C1DABF-1834-4678-920B-B219DE0A5816}"/>
              </a:ext>
            </a:extLst>
          </p:cNvPr>
          <p:cNvSpPr>
            <a:spLocks xmlns:a="http://schemas.openxmlformats.org/drawingml/2006/main" noGrp="1"/>
          </p:cNvSpPr>
          <p:nvPr/>
        </p:nvSpPr>
        <p:spPr>
          <a:xfrm xmlns:a="http://schemas.openxmlformats.org/drawingml/2006/main">
            <a:off x="571500" y="436245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202C37"/>
                </a:solidFill>
                <a:latin typeface="Arial Bold"/>
                <a:ea typeface="Arial Bold"/>
                <a:cs typeface="Arial Bold"/>
              </a:defRPr>
            </a:pPr>
            <a:r>
              <a:rPr sz="1950" b="1">
                <a:solidFill>
                  <a:srgbClr val="202C37"/>
                </a:solidFill>
                <a:latin typeface="Arial Bold"/>
                <a:ea typeface="Arial Bold"/>
                <a:cs typeface="Arial Bold"/>
              </a:rPr>
              <a:t>03  Tested expansion</a:t>
            </a:r>
          </a:p>
        </p:txBody>
      </p:sp>
      <p:sp>
        <p:nvSpPr>
          <p:cNvPr id="21" name="">
            <a:extLst xmlns:a="http://schemas.openxmlformats.org/drawingml/2006/main">
              <a:ext uri="{FF2B5EF4-FFF2-40B4-BE49-F238E27FC236}">
                <a16:creationId xmlns:a16="http://schemas.microsoft.com/office/drawing/2014/main" id="{8334F289-6AF2-4A95-817E-0C2FEB61BAF0}"/>
              </a:ext>
            </a:extLst>
          </p:cNvPr>
          <p:cNvSpPr>
            <a:spLocks xmlns:a="http://schemas.openxmlformats.org/drawingml/2006/main" noGrp="1"/>
          </p:cNvSpPr>
          <p:nvPr/>
        </p:nvSpPr>
        <p:spPr>
          <a:xfrm xmlns:a="http://schemas.openxmlformats.org/drawingml/2006/main">
            <a:off x="571500" y="4800600"/>
            <a:ext cx="4905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About 150 base cases, then Hindi and one export market</a:t>
            </a:r>
          </a:p>
        </p:txBody>
      </p:sp>
      <p:sp>
        <p:nvSpPr>
          <p:cNvPr id="22" name="">
            <a:extLst xmlns:a="http://schemas.openxmlformats.org/drawingml/2006/main">
              <a:ext uri="{FF2B5EF4-FFF2-40B4-BE49-F238E27FC236}">
                <a16:creationId xmlns:a16="http://schemas.microsoft.com/office/drawing/2014/main" id="{7F0B04AB-845E-4357-931C-752FC0900DA1}"/>
              </a:ext>
            </a:extLst>
          </p:cNvPr>
          <p:cNvSpPr>
            <a:spLocks xmlns:a="http://schemas.openxmlformats.org/drawingml/2006/main" noGrp="1"/>
          </p:cNvSpPr>
          <p:nvPr/>
        </p:nvSpPr>
        <p:spPr>
          <a:xfrm xmlns:a="http://schemas.openxmlformats.org/drawingml/2006/main">
            <a:off x="6667500" y="1400175"/>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234F7B"/>
                </a:solidFill>
                <a:latin typeface="Arial Bold"/>
                <a:ea typeface="Arial Bold"/>
                <a:cs typeface="Arial Bold"/>
              </a:defRPr>
            </a:pPr>
            <a:r>
              <a:rPr sz="1875" b="1">
                <a:solidFill>
                  <a:srgbClr val="234F7B"/>
                </a:solidFill>
                <a:latin typeface="Arial Bold"/>
                <a:ea typeface="Arial Bold"/>
                <a:cs typeface="Arial Bold"/>
              </a:rPr>
              <a:t>PRACTICAL CONTROLS</a:t>
            </a:r>
          </a:p>
        </p:txBody>
      </p:sp>
      <p:sp>
        <p:nvSpPr>
          <p:cNvPr id="23" name="">
            <a:extLst xmlns:a="http://schemas.openxmlformats.org/drawingml/2006/main">
              <a:ext uri="{FF2B5EF4-FFF2-40B4-BE49-F238E27FC236}">
                <a16:creationId xmlns:a16="http://schemas.microsoft.com/office/drawing/2014/main" id="{13181F71-F40E-490E-935C-C0BD99FD1070}"/>
              </a:ext>
            </a:extLst>
          </p:cNvPr>
          <p:cNvSpPr>
            <a:spLocks xmlns:a="http://schemas.openxmlformats.org/drawingml/2006/main" noGrp="1"/>
          </p:cNvSpPr>
          <p:nvPr/>
        </p:nvSpPr>
        <p:spPr>
          <a:xfrm xmlns:a="http://schemas.openxmlformats.org/drawingml/2006/main">
            <a:off x="6667500" y="198120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202C37"/>
                </a:solidFill>
                <a:latin typeface="Arial Bold"/>
                <a:ea typeface="Arial Bold"/>
                <a:cs typeface="Arial Bold"/>
              </a:defRPr>
            </a:pPr>
            <a:r>
              <a:rPr sz="1950" b="1">
                <a:solidFill>
                  <a:srgbClr val="202C37"/>
                </a:solidFill>
                <a:latin typeface="Arial Bold"/>
                <a:ea typeface="Arial Bold"/>
                <a:cs typeface="Arial Bold"/>
              </a:rPr>
              <a:t>Changing law</a:t>
            </a:r>
          </a:p>
        </p:txBody>
      </p:sp>
      <p:sp>
        <p:nvSpPr>
          <p:cNvPr id="24" name="">
            <a:extLst xmlns:a="http://schemas.openxmlformats.org/drawingml/2006/main">
              <a:ext uri="{FF2B5EF4-FFF2-40B4-BE49-F238E27FC236}">
                <a16:creationId xmlns:a16="http://schemas.microsoft.com/office/drawing/2014/main" id="{013D7E6A-30DE-43DD-9E3E-6805FC44EBCA}"/>
              </a:ext>
            </a:extLst>
          </p:cNvPr>
          <p:cNvSpPr>
            <a:spLocks xmlns:a="http://schemas.openxmlformats.org/drawingml/2006/main" noGrp="1"/>
          </p:cNvSpPr>
          <p:nvPr/>
        </p:nvSpPr>
        <p:spPr>
          <a:xfrm xmlns:a="http://schemas.openxmlformats.org/drawingml/2006/main">
            <a:off x="6667500" y="2419350"/>
            <a:ext cx="476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Curator approval, effective dates and regression tests</a:t>
            </a:r>
          </a:p>
        </p:txBody>
      </p:sp>
      <p:sp>
        <p:nvSpPr>
          <p:cNvPr id="25" name="">
            <a:extLst xmlns:a="http://schemas.openxmlformats.org/drawingml/2006/main">
              <a:ext uri="{FF2B5EF4-FFF2-40B4-BE49-F238E27FC236}">
                <a16:creationId xmlns:a16="http://schemas.microsoft.com/office/drawing/2014/main" id="{046D0B3D-6C88-447D-989B-9E5F0CA67D76}"/>
              </a:ext>
            </a:extLst>
          </p:cNvPr>
          <p:cNvSpPr>
            <a:spLocks xmlns:a="http://schemas.openxmlformats.org/drawingml/2006/main" noGrp="1"/>
          </p:cNvSpPr>
          <p:nvPr/>
        </p:nvSpPr>
        <p:spPr>
          <a:xfrm xmlns:a="http://schemas.openxmlformats.org/drawingml/2006/main">
            <a:off x="6667500" y="3171825"/>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202C37"/>
                </a:solidFill>
                <a:latin typeface="Arial Bold"/>
                <a:ea typeface="Arial Bold"/>
                <a:cs typeface="Arial Bold"/>
              </a:defRPr>
            </a:pPr>
            <a:r>
              <a:rPr sz="1950" b="1">
                <a:solidFill>
                  <a:srgbClr val="202C37"/>
                </a:solidFill>
                <a:latin typeface="Arial Bold"/>
                <a:ea typeface="Arial Bold"/>
                <a:cs typeface="Arial Bold"/>
              </a:rPr>
              <a:t>Incorrect or incomplete answers</a:t>
            </a:r>
          </a:p>
        </p:txBody>
      </p:sp>
      <p:sp>
        <p:nvSpPr>
          <p:cNvPr id="26" name="">
            <a:extLst xmlns:a="http://schemas.openxmlformats.org/drawingml/2006/main">
              <a:ext uri="{FF2B5EF4-FFF2-40B4-BE49-F238E27FC236}">
                <a16:creationId xmlns:a16="http://schemas.microsoft.com/office/drawing/2014/main" id="{9B015119-3789-4414-B950-39F0BDE5D63C}"/>
              </a:ext>
            </a:extLst>
          </p:cNvPr>
          <p:cNvSpPr>
            <a:spLocks xmlns:a="http://schemas.openxmlformats.org/drawingml/2006/main" noGrp="1"/>
          </p:cNvSpPr>
          <p:nvPr/>
        </p:nvSpPr>
        <p:spPr>
          <a:xfrm xmlns:a="http://schemas.openxmlformats.org/drawingml/2006/main">
            <a:off x="6667500" y="3609975"/>
            <a:ext cx="476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Claim checks, one repair attempt and human review</a:t>
            </a:r>
          </a:p>
        </p:txBody>
      </p:sp>
      <p:sp>
        <p:nvSpPr>
          <p:cNvPr id="27" name="">
            <a:extLst xmlns:a="http://schemas.openxmlformats.org/drawingml/2006/main">
              <a:ext uri="{FF2B5EF4-FFF2-40B4-BE49-F238E27FC236}">
                <a16:creationId xmlns:a16="http://schemas.microsoft.com/office/drawing/2014/main" id="{22A2E0B7-6EBC-4830-9ED0-3E06443D5733}"/>
              </a:ext>
            </a:extLst>
          </p:cNvPr>
          <p:cNvSpPr>
            <a:spLocks xmlns:a="http://schemas.openxmlformats.org/drawingml/2006/main" noGrp="1"/>
          </p:cNvSpPr>
          <p:nvPr/>
        </p:nvSpPr>
        <p:spPr>
          <a:xfrm xmlns:a="http://schemas.openxmlformats.org/drawingml/2006/main">
            <a:off x="6667500" y="436245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202C37"/>
                </a:solidFill>
                <a:latin typeface="Arial Bold"/>
                <a:ea typeface="Arial Bold"/>
                <a:cs typeface="Arial Bold"/>
              </a:defRPr>
            </a:pPr>
            <a:r>
              <a:rPr sz="1950" b="1">
                <a:solidFill>
                  <a:srgbClr val="202C37"/>
                </a:solidFill>
                <a:latin typeface="Arial Bold"/>
                <a:ea typeface="Arial Bold"/>
                <a:cs typeface="Arial Bold"/>
              </a:rPr>
              <a:t>Confidential product details</a:t>
            </a:r>
          </a:p>
        </p:txBody>
      </p:sp>
      <p:sp>
        <p:nvSpPr>
          <p:cNvPr id="28" name="">
            <a:extLst xmlns:a="http://schemas.openxmlformats.org/drawingml/2006/main">
              <a:ext uri="{FF2B5EF4-FFF2-40B4-BE49-F238E27FC236}">
                <a16:creationId xmlns:a16="http://schemas.microsoft.com/office/drawing/2014/main" id="{F3EED761-17B8-4191-935F-0C94D28C88D3}"/>
              </a:ext>
            </a:extLst>
          </p:cNvPr>
          <p:cNvSpPr>
            <a:spLocks xmlns:a="http://schemas.openxmlformats.org/drawingml/2006/main" noGrp="1"/>
          </p:cNvSpPr>
          <p:nvPr/>
        </p:nvSpPr>
        <p:spPr>
          <a:xfrm xmlns:a="http://schemas.openxmlformats.org/drawingml/2006/main">
            <a:off x="6667500" y="4800600"/>
            <a:ext cx="476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Minimum data collection, scoped access and redacted logs</a:t>
            </a:r>
          </a:p>
        </p:txBody>
      </p:sp>
      <p:sp>
        <p:nvSpPr>
          <p:cNvPr id="29" name="">
            <a:extLst xmlns:a="http://schemas.openxmlformats.org/drawingml/2006/main">
              <a:ext uri="{FF2B5EF4-FFF2-40B4-BE49-F238E27FC236}">
                <a16:creationId xmlns:a16="http://schemas.microsoft.com/office/drawing/2014/main" id="{F50C6BC9-7A22-4536-8847-A2282184D41F}"/>
              </a:ext>
            </a:extLst>
          </p:cNvPr>
          <p:cNvSpPr>
            <a:spLocks xmlns:a="http://schemas.openxmlformats.org/drawingml/2006/main" noGrp="1"/>
          </p:cNvSpPr>
          <p:nvPr/>
        </p:nvSpPr>
        <p:spPr>
          <a:xfrm xmlns:a="http://schemas.openxmlformats.org/drawingml/2006/main">
            <a:off x="571500" y="588645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FFFFFF"/>
                </a:solidFill>
                <a:latin typeface="Arial Bold"/>
                <a:ea typeface="Arial Bold"/>
                <a:cs typeface="Arial Bold"/>
              </a:rPr>
              <a:t>Pilot targets: 95% citation support and 90% required-abstention recall.</a:t>
            </a:r>
          </a:p>
        </p:txBody>
      </p:sp>
      <p:sp>
        <p:nvSpPr>
          <p:cNvPr id="30" name="">
            <a:extLst xmlns:a="http://schemas.openxmlformats.org/drawingml/2006/main">
              <a:ext uri="{FF2B5EF4-FFF2-40B4-BE49-F238E27FC236}">
                <a16:creationId xmlns:a16="http://schemas.microsoft.com/office/drawing/2014/main" id="{A2310192-12FE-4A71-98A7-567A0D21A641}"/>
              </a:ext>
            </a:extLst>
          </p:cNvPr>
          <p:cNvSpPr>
            <a:spLocks xmlns:a="http://schemas.openxmlformats.org/drawingml/2006/main" noGrp="1"/>
          </p:cNvSpPr>
          <p:nvPr/>
        </p:nvSpPr>
        <p:spPr>
          <a:xfrm xmlns:a="http://schemas.openxmlformats.org/drawingml/2006/main">
            <a:off x="571500" y="6296025"/>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6636D"/>
                </a:solidFill>
                <a:latin typeface="Arial"/>
                <a:ea typeface="Arial"/>
                <a:cs typeface="Arial"/>
              </a:defRPr>
            </a:pPr>
            <a:r>
              <a:rPr sz="1500" b="0">
                <a:solidFill>
                  <a:srgbClr val="56636D"/>
                </a:solidFill>
                <a:latin typeface="Arial"/>
                <a:ea typeface="Arial"/>
                <a:cs typeface="Arial"/>
              </a:rPr>
              <a:t>Targets await testing. Qualified reviewers and permitted source access are prerequisites.</a:t>
            </a:r>
          </a:p>
        </p:txBody>
      </p:sp>
    </p:spTree>
    <p:extLst>
      <p:ext uri="{BB962C8B-B14F-4D97-AF65-F5344CB8AC3E}">
        <p14:creationId xmlns:p14="http://schemas.microsoft.com/office/powerpoint/2010/main" val="60725233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A26F74B1-1BF3-4A03-905A-37A973832FA2}"/>
              </a:ext>
            </a:extLst>
          </p:cNvPr>
          <p:cNvSpPr>
            <a:spLocks xmlns:a="http://schemas.openxmlformats.org/drawingml/2006/main" noGrp="1"/>
          </p:cNvSpPr>
          <p:nvPr/>
        </p:nvSpPr>
        <p:spPr>
          <a:xfrm xmlns:a="http://schemas.openxmlformats.org/drawingml/2006/main" rot="0" flipH="0" flipV="0">
            <a:off x="9782175" y="0"/>
            <a:ext cx="2247900" cy="1047750"/>
          </a:xfrm>
          <a:custGeom xmlns:a="http://schemas.openxmlformats.org/drawingml/2006/main">
            <a:rect l="l" t="t" r="r" b="b"/>
            <a:pathLst>
              <a:path w="2997200" h="1397000">
                <a:moveTo>
                  <a:pt x="0" y="0"/>
                </a:moveTo>
                <a:lnTo>
                  <a:pt x="2997200" y="0"/>
                </a:lnTo>
                <a:lnTo>
                  <a:pt x="2997200" y="1397000"/>
                </a:lnTo>
                <a:lnTo>
                  <a:pt x="0" y="1397000"/>
                </a:lnTo>
                <a:lnTo>
                  <a:pt x="0" y="0"/>
                </a:lnTo>
                <a:close/>
              </a:path>
            </a:pathLst>
          </a:custGeom>
          <a:blipFill xmlns:a="http://schemas.openxmlformats.org/drawingml/2006/main">
            <a:blip xmlns:r="http://schemas.openxmlformats.org/officeDocument/2006/relationships" r:embed="R16748cc0917d4b8f"/>
            <a:stretch>
              <a:fillRect l="0" t="-1818" r="0" b="0"/>
            </a:stretch>
          </a:blipFill>
        </p:spPr>
      </p:sp>
      <p:sp>
        <p:nvSpPr>
          <p:cNvPr id="4" name="Freeform 4">
            <a:extLst xmlns:a="http://schemas.openxmlformats.org/drawingml/2006/main">
              <a:ext uri="{FF2B5EF4-FFF2-40B4-BE49-F238E27FC236}">
                <a16:creationId xmlns:a16="http://schemas.microsoft.com/office/drawing/2014/main" id="{1B2DA1A8-12E1-442E-9767-F0D888EE4191}"/>
              </a:ext>
            </a:extLst>
          </p:cNvPr>
          <p:cNvSpPr>
            <a:spLocks xmlns:a="http://schemas.openxmlformats.org/drawingml/2006/main" noGrp="1"/>
          </p:cNvSpPr>
          <p:nvPr/>
        </p:nvSpPr>
        <p:spPr>
          <a:xfrm xmlns:a="http://schemas.openxmlformats.org/drawingml/2006/main">
            <a:off x="261938" y="176279"/>
            <a:ext cx="1552642" cy="962025"/>
          </a:xfrm>
          <a:custGeom xmlns:a="http://schemas.openxmlformats.org/drawingml/2006/main">
            <a:rect l="l" t="t" r="r" b="b"/>
            <a:pathLst>
              <a:path w="1552642" h="962025">
                <a:moveTo>
                  <a:pt x="0" y="0"/>
                </a:moveTo>
                <a:lnTo>
                  <a:pt x="1552641" y="0"/>
                </a:lnTo>
                <a:lnTo>
                  <a:pt x="1552641" y="962025"/>
                </a:lnTo>
                <a:lnTo>
                  <a:pt x="0" y="962025"/>
                </a:lnTo>
                <a:lnTo>
                  <a:pt x="0" y="0"/>
                </a:lnTo>
                <a:close/>
              </a:path>
            </a:pathLst>
          </a:custGeom>
          <a:blipFill xmlns:a="http://schemas.openxmlformats.org/drawingml/2006/main">
            <a:blip xmlns:r="http://schemas.openxmlformats.org/officeDocument/2006/relationships" r:embed="Ref192451a0714038">
              <a:extLst>
                <a:ext uri="{96DAC541-7B7A-43D3-8B79-37D633B846F1}">
                  <asvg:svgBlip xmlns:asvg="http://schemas.microsoft.com/office/drawing/2016/SVG/main" r:embed="Ra6dc4b590a84414b"/>
                </a:ext>
              </a:extLst>
            </a:blip>
            <a:stretch>
              <a:fillRect l="0" t="0" r="0" b="0"/>
            </a:stretch>
          </a:blipFill>
        </p:spPr>
      </p:sp>
      <p:sp>
        <p:nvSpPr>
          <p:cNvPr id="5" name="">
            <a:extLst xmlns:a="http://schemas.openxmlformats.org/drawingml/2006/main">
              <a:ext uri="{FF2B5EF4-FFF2-40B4-BE49-F238E27FC236}">
                <a16:creationId xmlns:a16="http://schemas.microsoft.com/office/drawing/2014/main" id="{24A8998B-AC41-469E-A08D-6C1B07D23D4A}"/>
              </a:ext>
            </a:extLst>
          </p:cNvPr>
          <p:cNvSpPr>
            <a:spLocks xmlns:a="http://schemas.openxmlformats.org/drawingml/2006/main" noGrp="1"/>
          </p:cNvSpPr>
          <p:nvPr/>
        </p:nvSpPr>
        <p:spPr>
          <a:xfrm xmlns:a="http://schemas.openxmlformats.org/drawingml/2006/main">
            <a:off x="1952625" y="266700"/>
            <a:ext cx="766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300" b="1">
                <a:solidFill>
                  <a:srgbClr val="202C37"/>
                </a:solidFill>
                <a:latin typeface="Arial Bold"/>
                <a:ea typeface="Arial Bold"/>
                <a:cs typeface="Arial Bold"/>
              </a:defRPr>
            </a:pPr>
            <a:r>
              <a:rPr sz="3300" b="1">
                <a:solidFill>
                  <a:srgbClr val="202C37"/>
                </a:solidFill>
                <a:latin typeface="Arial Bold"/>
                <a:ea typeface="Arial Bold"/>
                <a:cs typeface="Arial Bold"/>
              </a:rPr>
              <a:t>IMPACT AND BENEFITS</a:t>
            </a:r>
          </a:p>
        </p:txBody>
      </p:sp>
      <p:sp>
        <p:nvSpPr>
          <p:cNvPr id="6" name="">
            <a:extLst xmlns:a="http://schemas.openxmlformats.org/drawingml/2006/main">
              <a:ext uri="{FF2B5EF4-FFF2-40B4-BE49-F238E27FC236}">
                <a16:creationId xmlns:a16="http://schemas.microsoft.com/office/drawing/2014/main" id="{0AEC710D-82AB-4F48-A165-5DF446E54FAF}"/>
              </a:ext>
            </a:extLst>
          </p:cNvPr>
          <p:cNvSpPr>
            <a:spLocks xmlns:a="http://schemas.openxmlformats.org/drawingml/2006/main" noGrp="1"/>
          </p:cNvSpPr>
          <p:nvPr/>
        </p:nvSpPr>
        <p:spPr>
          <a:xfrm xmlns:a="http://schemas.openxmlformats.org/drawingml/2006/main">
            <a:off x="485775" y="466725"/>
            <a:ext cx="109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1">
                <a:solidFill>
                  <a:srgbClr val="234F7B"/>
                </a:solidFill>
                <a:latin typeface="Arial Bold"/>
                <a:ea typeface="Arial Bold"/>
                <a:cs typeface="Arial Bold"/>
              </a:defRPr>
            </a:pPr>
            <a:r>
              <a:rPr sz="1800" b="1">
                <a:solidFill>
                  <a:srgbClr val="234F7B"/>
                </a:solidFill>
                <a:latin typeface="Arial Bold"/>
                <a:ea typeface="Arial Bold"/>
                <a:cs typeface="Arial Bold"/>
              </a:rPr>
              <a:t>Naut IQ</a:t>
            </a:r>
          </a:p>
        </p:txBody>
      </p:sp>
      <p:sp>
        <p:nvSpPr>
          <p:cNvPr id="7" name="">
            <a:extLst xmlns:a="http://schemas.openxmlformats.org/drawingml/2006/main">
              <a:ext uri="{FF2B5EF4-FFF2-40B4-BE49-F238E27FC236}">
                <a16:creationId xmlns:a16="http://schemas.microsoft.com/office/drawing/2014/main" id="{D747A126-1FC2-4D5F-AC36-0B4AD09A59D1}"/>
              </a:ext>
            </a:extLst>
          </p:cNvPr>
          <p:cNvSpPr>
            <a:spLocks xmlns:a="http://schemas.openxmlformats.org/drawingml/2006/main" noGrp="1"/>
          </p:cNvSpPr>
          <p:nvPr/>
        </p:nvSpPr>
        <p:spPr>
          <a:xfrm xmlns:a="http://schemas.openxmlformats.org/drawingml/2006/main">
            <a:off x="619125" y="151447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6636D"/>
                </a:solidFill>
                <a:latin typeface="Arial"/>
                <a:ea typeface="Arial"/>
                <a:cs typeface="Arial"/>
              </a:defRPr>
            </a:pPr>
            <a:r>
              <a:rPr sz="2100" b="0">
                <a:solidFill>
                  <a:srgbClr val="56636D"/>
                </a:solidFill>
                <a:latin typeface="Arial"/>
                <a:ea typeface="Arial"/>
                <a:cs typeface="Arial"/>
              </a:rPr>
              <a:t>Expected benefits for the Ayurveda community</a:t>
            </a:r>
          </a:p>
        </p:txBody>
      </p:sp>
      <p:sp>
        <p:nvSpPr>
          <p:cNvPr id="8" name="">
            <a:extLst xmlns:a="http://schemas.openxmlformats.org/drawingml/2006/main">
              <a:ext uri="{FF2B5EF4-FFF2-40B4-BE49-F238E27FC236}">
                <a16:creationId xmlns:a16="http://schemas.microsoft.com/office/drawing/2014/main" id="{417B466D-1797-4E5D-936D-5C8D7DB30DB5}"/>
              </a:ext>
            </a:extLst>
          </p:cNvPr>
          <p:cNvSpPr>
            <a:spLocks xmlns:a="http://schemas.openxmlformats.org/drawingml/2006/main" noGrp="1"/>
          </p:cNvSpPr>
          <p:nvPr/>
        </p:nvSpPr>
        <p:spPr>
          <a:xfrm xmlns:a="http://schemas.openxmlformats.org/drawingml/2006/main">
            <a:off x="571500" y="2190750"/>
            <a:ext cx="5334000" cy="1695450"/>
          </a:xfrm>
          <a:prstGeom xmlns:a="http://schemas.openxmlformats.org/drawingml/2006/main" prst="roundRect">
            <a:avLst>
              <a:gd name="adj" fmla="val 6742"/>
            </a:avLst>
          </a:prstGeom>
          <a:solidFill xmlns:a="http://schemas.openxmlformats.org/drawingml/2006/main">
            <a:srgbClr val="EEF4FA"/>
          </a:solidFill>
          <a:ln xmlns:a="http://schemas.openxmlformats.org/drawingml/2006/main" w="9525">
            <a:solidFill>
              <a:srgbClr val="CBD9E5"/>
            </a:solidFill>
          </a:ln>
        </p:spPr>
      </p:sp>
      <p:sp>
        <p:nvSpPr>
          <p:cNvPr id="9" name="">
            <a:extLst xmlns:a="http://schemas.openxmlformats.org/drawingml/2006/main">
              <a:ext uri="{FF2B5EF4-FFF2-40B4-BE49-F238E27FC236}">
                <a16:creationId xmlns:a16="http://schemas.microsoft.com/office/drawing/2014/main" id="{21CD6087-67C3-46DD-A6FD-5FDA254D5C48}"/>
              </a:ext>
            </a:extLst>
          </p:cNvPr>
          <p:cNvSpPr>
            <a:spLocks xmlns:a="http://schemas.openxmlformats.org/drawingml/2006/main" noGrp="1"/>
          </p:cNvSpPr>
          <p:nvPr/>
        </p:nvSpPr>
        <p:spPr>
          <a:xfrm xmlns:a="http://schemas.openxmlformats.org/drawingml/2006/main">
            <a:off x="809625" y="2381250"/>
            <a:ext cx="4857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234F7B"/>
                </a:solidFill>
                <a:latin typeface="Arial Bold"/>
                <a:ea typeface="Arial Bold"/>
                <a:cs typeface="Arial Bold"/>
              </a:defRPr>
            </a:pPr>
            <a:r>
              <a:rPr sz="1950" b="1">
                <a:solidFill>
                  <a:srgbClr val="234F7B"/>
                </a:solidFill>
                <a:latin typeface="Arial Bold"/>
                <a:ea typeface="Arial Bold"/>
                <a:cs typeface="Arial Bold"/>
              </a:rPr>
              <a:t>Startups &amp; MSMEs</a:t>
            </a:r>
          </a:p>
        </p:txBody>
      </p:sp>
      <p:sp>
        <p:nvSpPr>
          <p:cNvPr id="10" name="">
            <a:extLst xmlns:a="http://schemas.openxmlformats.org/drawingml/2006/main">
              <a:ext uri="{FF2B5EF4-FFF2-40B4-BE49-F238E27FC236}">
                <a16:creationId xmlns:a16="http://schemas.microsoft.com/office/drawing/2014/main" id="{AB67E934-28BF-40A7-A44C-8A75A36B02AC}"/>
              </a:ext>
            </a:extLst>
          </p:cNvPr>
          <p:cNvSpPr>
            <a:spLocks xmlns:a="http://schemas.openxmlformats.org/drawingml/2006/main" noGrp="1"/>
          </p:cNvSpPr>
          <p:nvPr/>
        </p:nvSpPr>
        <p:spPr>
          <a:xfrm xmlns:a="http://schemas.openxmlformats.org/drawingml/2006/main">
            <a:off x="809625" y="3028950"/>
            <a:ext cx="485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202C37"/>
                </a:solidFill>
                <a:latin typeface="Arial"/>
                <a:ea typeface="Arial"/>
                <a:cs typeface="Arial"/>
              </a:defRPr>
            </a:pPr>
            <a:r>
              <a:rPr sz="1725" b="0">
                <a:solidFill>
                  <a:srgbClr val="202C37"/>
                </a:solidFill>
                <a:latin typeface="Arial"/>
                <a:ea typeface="Arial"/>
                <a:cs typeface="Arial"/>
              </a:rPr>
              <a:t>Clearer next steps before spending on filings, licences or export preparation.</a:t>
            </a:r>
          </a:p>
        </p:txBody>
      </p:sp>
      <p:sp>
        <p:nvSpPr>
          <p:cNvPr id="11" name="">
            <a:extLst xmlns:a="http://schemas.openxmlformats.org/drawingml/2006/main">
              <a:ext uri="{FF2B5EF4-FFF2-40B4-BE49-F238E27FC236}">
                <a16:creationId xmlns:a16="http://schemas.microsoft.com/office/drawing/2014/main" id="{C5FFD93D-7313-44AE-B0EE-43D4F64380E8}"/>
              </a:ext>
            </a:extLst>
          </p:cNvPr>
          <p:cNvSpPr>
            <a:spLocks xmlns:a="http://schemas.openxmlformats.org/drawingml/2006/main" noGrp="1"/>
          </p:cNvSpPr>
          <p:nvPr/>
        </p:nvSpPr>
        <p:spPr>
          <a:xfrm xmlns:a="http://schemas.openxmlformats.org/drawingml/2006/main">
            <a:off x="6381750" y="2190750"/>
            <a:ext cx="5334000" cy="1695450"/>
          </a:xfrm>
          <a:prstGeom xmlns:a="http://schemas.openxmlformats.org/drawingml/2006/main" prst="roundRect">
            <a:avLst>
              <a:gd name="adj" fmla="val 6742"/>
            </a:avLst>
          </a:prstGeom>
          <a:solidFill xmlns:a="http://schemas.openxmlformats.org/drawingml/2006/main">
            <a:srgbClr val="EAF6F3"/>
          </a:solidFill>
          <a:ln xmlns:a="http://schemas.openxmlformats.org/drawingml/2006/main" w="9525">
            <a:solidFill>
              <a:srgbClr val="CBD9E5"/>
            </a:solidFill>
          </a:ln>
        </p:spPr>
      </p:sp>
      <p:sp>
        <p:nvSpPr>
          <p:cNvPr id="12" name="">
            <a:extLst xmlns:a="http://schemas.openxmlformats.org/drawingml/2006/main">
              <a:ext uri="{FF2B5EF4-FFF2-40B4-BE49-F238E27FC236}">
                <a16:creationId xmlns:a16="http://schemas.microsoft.com/office/drawing/2014/main" id="{08E3DE98-188A-4526-AD73-7BDD995ED923}"/>
              </a:ext>
            </a:extLst>
          </p:cNvPr>
          <p:cNvSpPr>
            <a:spLocks xmlns:a="http://schemas.openxmlformats.org/drawingml/2006/main" noGrp="1"/>
          </p:cNvSpPr>
          <p:nvPr/>
        </p:nvSpPr>
        <p:spPr>
          <a:xfrm xmlns:a="http://schemas.openxmlformats.org/drawingml/2006/main">
            <a:off x="6619875" y="2381250"/>
            <a:ext cx="4857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17F80"/>
                </a:solidFill>
                <a:latin typeface="Arial Bold"/>
                <a:ea typeface="Arial Bold"/>
                <a:cs typeface="Arial Bold"/>
              </a:defRPr>
            </a:pPr>
            <a:r>
              <a:rPr sz="1950" b="1">
                <a:solidFill>
                  <a:srgbClr val="117F80"/>
                </a:solidFill>
                <a:latin typeface="Arial Bold"/>
                <a:ea typeface="Arial Bold"/>
                <a:cs typeface="Arial Bold"/>
              </a:rPr>
              <a:t>Practitioners &amp; researchers</a:t>
            </a:r>
          </a:p>
        </p:txBody>
      </p:sp>
      <p:sp>
        <p:nvSpPr>
          <p:cNvPr id="13" name="">
            <a:extLst xmlns:a="http://schemas.openxmlformats.org/drawingml/2006/main">
              <a:ext uri="{FF2B5EF4-FFF2-40B4-BE49-F238E27FC236}">
                <a16:creationId xmlns:a16="http://schemas.microsoft.com/office/drawing/2014/main" id="{1CABE147-B0D8-43D3-A316-96EB5C7774BE}"/>
              </a:ext>
            </a:extLst>
          </p:cNvPr>
          <p:cNvSpPr>
            <a:spLocks xmlns:a="http://schemas.openxmlformats.org/drawingml/2006/main" noGrp="1"/>
          </p:cNvSpPr>
          <p:nvPr/>
        </p:nvSpPr>
        <p:spPr>
          <a:xfrm xmlns:a="http://schemas.openxmlformats.org/drawingml/2006/main">
            <a:off x="6619875" y="3028950"/>
            <a:ext cx="485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202C37"/>
                </a:solidFill>
                <a:latin typeface="Arial"/>
                <a:ea typeface="Arial"/>
                <a:cs typeface="Arial"/>
              </a:defRPr>
            </a:pPr>
            <a:r>
              <a:rPr sz="1725" b="0">
                <a:solidFill>
                  <a:srgbClr val="202C37"/>
                </a:solidFill>
                <a:latin typeface="Arial"/>
                <a:ea typeface="Arial"/>
                <a:cs typeface="Arial"/>
              </a:rPr>
              <a:t>Plain-language explanations with official evidence that they can inspect and discuss with experts.</a:t>
            </a:r>
          </a:p>
        </p:txBody>
      </p:sp>
      <p:sp>
        <p:nvSpPr>
          <p:cNvPr id="14" name="">
            <a:extLst xmlns:a="http://schemas.openxmlformats.org/drawingml/2006/main">
              <a:ext uri="{FF2B5EF4-FFF2-40B4-BE49-F238E27FC236}">
                <a16:creationId xmlns:a16="http://schemas.microsoft.com/office/drawing/2014/main" id="{965210BA-65E3-4E2D-9B14-AA56D800E10A}"/>
              </a:ext>
            </a:extLst>
          </p:cNvPr>
          <p:cNvSpPr>
            <a:spLocks xmlns:a="http://schemas.openxmlformats.org/drawingml/2006/main" noGrp="1"/>
          </p:cNvSpPr>
          <p:nvPr/>
        </p:nvSpPr>
        <p:spPr>
          <a:xfrm xmlns:a="http://schemas.openxmlformats.org/drawingml/2006/main">
            <a:off x="571500" y="4143375"/>
            <a:ext cx="5334000" cy="1695450"/>
          </a:xfrm>
          <a:prstGeom xmlns:a="http://schemas.openxmlformats.org/drawingml/2006/main" prst="roundRect">
            <a:avLst>
              <a:gd name="adj" fmla="val 6742"/>
            </a:avLst>
          </a:prstGeom>
          <a:solidFill xmlns:a="http://schemas.openxmlformats.org/drawingml/2006/main">
            <a:srgbClr val="EEF4FA"/>
          </a:solidFill>
          <a:ln xmlns:a="http://schemas.openxmlformats.org/drawingml/2006/main" w="9525">
            <a:solidFill>
              <a:srgbClr val="CBD9E5"/>
            </a:solidFill>
          </a:ln>
        </p:spPr>
      </p:sp>
      <p:sp>
        <p:nvSpPr>
          <p:cNvPr id="15" name="">
            <a:extLst xmlns:a="http://schemas.openxmlformats.org/drawingml/2006/main">
              <a:ext uri="{FF2B5EF4-FFF2-40B4-BE49-F238E27FC236}">
                <a16:creationId xmlns:a16="http://schemas.microsoft.com/office/drawing/2014/main" id="{7715FD65-6601-46F5-94EB-184F3E33E590}"/>
              </a:ext>
            </a:extLst>
          </p:cNvPr>
          <p:cNvSpPr>
            <a:spLocks xmlns:a="http://schemas.openxmlformats.org/drawingml/2006/main" noGrp="1"/>
          </p:cNvSpPr>
          <p:nvPr/>
        </p:nvSpPr>
        <p:spPr>
          <a:xfrm xmlns:a="http://schemas.openxmlformats.org/drawingml/2006/main">
            <a:off x="809625" y="4333875"/>
            <a:ext cx="4857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234F7B"/>
                </a:solidFill>
                <a:latin typeface="Arial Bold"/>
                <a:ea typeface="Arial Bold"/>
                <a:cs typeface="Arial Bold"/>
              </a:defRPr>
            </a:pPr>
            <a:r>
              <a:rPr sz="1950" b="1">
                <a:solidFill>
                  <a:srgbClr val="234F7B"/>
                </a:solidFill>
                <a:latin typeface="Arial Bold"/>
                <a:ea typeface="Arial Bold"/>
                <a:cs typeface="Arial Bold"/>
              </a:rPr>
              <a:t>Cultivators &amp; TK holders</a:t>
            </a:r>
          </a:p>
        </p:txBody>
      </p:sp>
      <p:sp>
        <p:nvSpPr>
          <p:cNvPr id="16" name="">
            <a:extLst xmlns:a="http://schemas.openxmlformats.org/drawingml/2006/main">
              <a:ext uri="{FF2B5EF4-FFF2-40B4-BE49-F238E27FC236}">
                <a16:creationId xmlns:a16="http://schemas.microsoft.com/office/drawing/2014/main" id="{D5FABF47-B026-449B-9C61-E36D9A46D355}"/>
              </a:ext>
            </a:extLst>
          </p:cNvPr>
          <p:cNvSpPr>
            <a:spLocks xmlns:a="http://schemas.openxmlformats.org/drawingml/2006/main" noGrp="1"/>
          </p:cNvSpPr>
          <p:nvPr/>
        </p:nvSpPr>
        <p:spPr>
          <a:xfrm xmlns:a="http://schemas.openxmlformats.org/drawingml/2006/main">
            <a:off x="809625" y="4981575"/>
            <a:ext cx="485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202C37"/>
                </a:solidFill>
                <a:latin typeface="Arial"/>
                <a:ea typeface="Arial"/>
                <a:cs typeface="Arial"/>
              </a:defRPr>
            </a:pPr>
            <a:r>
              <a:rPr sz="1725" b="0">
                <a:solidFill>
                  <a:srgbClr val="202C37"/>
                </a:solidFill>
                <a:latin typeface="Arial"/>
                <a:ea typeface="Arial"/>
                <a:cs typeface="Arial"/>
              </a:rPr>
              <a:t>Earlier visibility of resource-origin questions and benefit-sharing checkpoints.</a:t>
            </a:r>
          </a:p>
        </p:txBody>
      </p:sp>
      <p:sp>
        <p:nvSpPr>
          <p:cNvPr id="17" name="">
            <a:extLst xmlns:a="http://schemas.openxmlformats.org/drawingml/2006/main">
              <a:ext uri="{FF2B5EF4-FFF2-40B4-BE49-F238E27FC236}">
                <a16:creationId xmlns:a16="http://schemas.microsoft.com/office/drawing/2014/main" id="{211C8CBB-FEEB-4934-A03A-375BF63D50E0}"/>
              </a:ext>
            </a:extLst>
          </p:cNvPr>
          <p:cNvSpPr>
            <a:spLocks xmlns:a="http://schemas.openxmlformats.org/drawingml/2006/main" noGrp="1"/>
          </p:cNvSpPr>
          <p:nvPr/>
        </p:nvSpPr>
        <p:spPr>
          <a:xfrm xmlns:a="http://schemas.openxmlformats.org/drawingml/2006/main">
            <a:off x="6381750" y="4143375"/>
            <a:ext cx="5334000" cy="1695450"/>
          </a:xfrm>
          <a:prstGeom xmlns:a="http://schemas.openxmlformats.org/drawingml/2006/main" prst="roundRect">
            <a:avLst>
              <a:gd name="adj" fmla="val 6742"/>
            </a:avLst>
          </a:prstGeom>
          <a:solidFill xmlns:a="http://schemas.openxmlformats.org/drawingml/2006/main">
            <a:srgbClr val="EAF6F3"/>
          </a:solidFill>
          <a:ln xmlns:a="http://schemas.openxmlformats.org/drawingml/2006/main" w="9525">
            <a:solidFill>
              <a:srgbClr val="CBD9E5"/>
            </a:solidFill>
          </a:ln>
        </p:spPr>
      </p:sp>
      <p:sp>
        <p:nvSpPr>
          <p:cNvPr id="18" name="">
            <a:extLst xmlns:a="http://schemas.openxmlformats.org/drawingml/2006/main">
              <a:ext uri="{FF2B5EF4-FFF2-40B4-BE49-F238E27FC236}">
                <a16:creationId xmlns:a16="http://schemas.microsoft.com/office/drawing/2014/main" id="{09910C36-7598-4642-9B17-C8F8840E78C6}"/>
              </a:ext>
            </a:extLst>
          </p:cNvPr>
          <p:cNvSpPr>
            <a:spLocks xmlns:a="http://schemas.openxmlformats.org/drawingml/2006/main" noGrp="1"/>
          </p:cNvSpPr>
          <p:nvPr/>
        </p:nvSpPr>
        <p:spPr>
          <a:xfrm xmlns:a="http://schemas.openxmlformats.org/drawingml/2006/main">
            <a:off x="6619875" y="4333875"/>
            <a:ext cx="4857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17F80"/>
                </a:solidFill>
                <a:latin typeface="Arial Bold"/>
                <a:ea typeface="Arial Bold"/>
                <a:cs typeface="Arial Bold"/>
              </a:defRPr>
            </a:pPr>
            <a:r>
              <a:rPr sz="1950" b="1">
                <a:solidFill>
                  <a:srgbClr val="117F80"/>
                </a:solidFill>
                <a:latin typeface="Arial Bold"/>
                <a:ea typeface="Arial Bold"/>
                <a:cs typeface="Arial Bold"/>
              </a:rPr>
              <a:t>IP facilitators</a:t>
            </a:r>
          </a:p>
        </p:txBody>
      </p:sp>
      <p:sp>
        <p:nvSpPr>
          <p:cNvPr id="19" name="">
            <a:extLst xmlns:a="http://schemas.openxmlformats.org/drawingml/2006/main">
              <a:ext uri="{FF2B5EF4-FFF2-40B4-BE49-F238E27FC236}">
                <a16:creationId xmlns:a16="http://schemas.microsoft.com/office/drawing/2014/main" id="{17C88949-A484-450F-9B76-15484F9390FB}"/>
              </a:ext>
            </a:extLst>
          </p:cNvPr>
          <p:cNvSpPr>
            <a:spLocks xmlns:a="http://schemas.openxmlformats.org/drawingml/2006/main" noGrp="1"/>
          </p:cNvSpPr>
          <p:nvPr/>
        </p:nvSpPr>
        <p:spPr>
          <a:xfrm xmlns:a="http://schemas.openxmlformats.org/drawingml/2006/main">
            <a:off x="6619875" y="4981575"/>
            <a:ext cx="485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202C37"/>
                </a:solidFill>
                <a:latin typeface="Arial"/>
                <a:ea typeface="Arial"/>
                <a:cs typeface="Arial"/>
              </a:defRPr>
            </a:pPr>
            <a:r>
              <a:rPr sz="1725" b="0">
                <a:solidFill>
                  <a:srgbClr val="202C37"/>
                </a:solidFill>
                <a:latin typeface="Arial"/>
                <a:ea typeface="Arial"/>
                <a:cs typeface="Arial"/>
              </a:rPr>
              <a:t>A structured case file with the facts, provisions and unresolved issues ready for review.</a:t>
            </a:r>
          </a:p>
        </p:txBody>
      </p:sp>
      <p:sp>
        <p:nvSpPr>
          <p:cNvPr id="20" name="">
            <a:extLst xmlns:a="http://schemas.openxmlformats.org/drawingml/2006/main">
              <a:ext uri="{FF2B5EF4-FFF2-40B4-BE49-F238E27FC236}">
                <a16:creationId xmlns:a16="http://schemas.microsoft.com/office/drawing/2014/main" id="{7781DD56-BDA2-42E8-8BCB-F4660A78EFC1}"/>
              </a:ext>
            </a:extLst>
          </p:cNvPr>
          <p:cNvSpPr>
            <a:spLocks xmlns:a="http://schemas.openxmlformats.org/drawingml/2006/main" noGrp="1"/>
          </p:cNvSpPr>
          <p:nvPr/>
        </p:nvSpPr>
        <p:spPr>
          <a:xfrm xmlns:a="http://schemas.openxmlformats.org/drawingml/2006/main">
            <a:off x="619125" y="6353175"/>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6636D"/>
                </a:solidFill>
                <a:latin typeface="Arial"/>
                <a:ea typeface="Arial"/>
                <a:cs typeface="Arial"/>
              </a:defRPr>
            </a:pPr>
            <a:r>
              <a:rPr sz="1500" b="0">
                <a:solidFill>
                  <a:srgbClr val="56636D"/>
                </a:solidFill>
                <a:latin typeface="Arial"/>
                <a:ea typeface="Arial"/>
                <a:cs typeface="Arial"/>
              </a:rPr>
              <a:t>The pilot will measure guidance quality, review effort and language accessibility.</a:t>
            </a:r>
          </a:p>
        </p:txBody>
      </p:sp>
    </p:spTree>
    <p:extLst>
      <p:ext uri="{BB962C8B-B14F-4D97-AF65-F5344CB8AC3E}">
        <p14:creationId xmlns:p14="http://schemas.microsoft.com/office/powerpoint/2010/main" val="90050982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9" name="Oval 28">
            <a:extLst xmlns:a="http://schemas.openxmlformats.org/drawingml/2006/main">
              <a:ext uri="{FF2B5EF4-FFF2-40B4-BE49-F238E27FC236}">
                <a16:creationId xmlns:a16="http://schemas.microsoft.com/office/drawing/2014/main" id="{3AD8F1FA-0301-4B16-9223-94EFD25A8C79}"/>
              </a:ext>
            </a:extLst>
          </p:cNvPr>
          <p:cNvSpPr>
            <a:spLocks xmlns:a="http://schemas.openxmlformats.org/drawingml/2006/main" noGrp="1"/>
          </p:cNvSpPr>
          <p:nvPr/>
        </p:nvSpPr>
        <p:spPr>
          <a:xfrm xmlns:a="http://schemas.openxmlformats.org/drawingml/2006/main">
            <a:off x="329773" y="252246"/>
            <a:ext cx="140377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normAutofit/>
          </a:bodyPr>
          <a:lstStyle xmlns:a="http://schemas.openxmlformats.org/drawingml/2006/main"/>
          <a:p xmlns:a="http://schemas.openxmlformats.org/drawingml/2006/main">
            <a:pPr algn="ctr">
              <a:buNone/>
              <a:defRPr sz="1800" b="1">
                <a:solidFill>
                  <a:srgbClr val="1F4E79"/>
                </a:solidFill>
                <a:latin typeface="Arial"/>
                <a:ea typeface="Arial"/>
                <a:cs typeface="Arial"/>
              </a:defRPr>
            </a:pPr>
            <a:r>
              <a:rPr sz="1800" b="1">
                <a:solidFill>
                  <a:srgbClr val="1F4E79"/>
                </a:solidFill>
                <a:latin typeface="Arial"/>
                <a:ea typeface="Arial"/>
                <a:cs typeface="Arial"/>
              </a:rPr>
              <a:t/>
            </a:r>
            <a:endParaRPr/>
          </a:p>
        </p:txBody>
      </p:sp>
      <p:pic>
        <p:nvPicPr>
          <p:cNvPr id="50" name="Picture 10"/>
          <p:cNvPicPr>
            <a:picLocks xmlns:a="http://schemas.openxmlformats.org/drawingml/2006/main" noChangeAspect="1"/>
          </p:cNvPicPr>
          <p:nvPr/>
        </p:nvPicPr>
        <p:blipFill>
          <a:blip xmlns:r="http://schemas.openxmlformats.org/officeDocument/2006/relationships" xmlns:a="http://schemas.openxmlformats.org/drawingml/2006/main" r:embed="R72f79f9b769f43b0"/>
          <a:stretch xmlns:a="http://schemas.openxmlformats.org/drawingml/2006/main">
            <a:fillRect l="0" t="0" r="0" b="0"/>
          </a:stretch>
        </p:blipFill>
        <p:spPr>
          <a:xfrm xmlns:a="http://schemas.openxmlformats.org/drawingml/2006/main">
            <a:off x="9780086" y="-17550"/>
            <a:ext cx="2249850" cy="1062337"/>
          </a:xfrm>
          <a:prstGeom xmlns:a="http://schemas.openxmlformats.org/drawingml/2006/main" prst="rect">
            <a:avLst/>
          </a:prstGeom>
        </p:spPr>
      </p:pic>
      <p:sp>
        <p:nvSpPr>
          <p:cNvPr id="31" name="">
            <a:extLst xmlns:a="http://schemas.openxmlformats.org/drawingml/2006/main">
              <a:ext uri="{FF2B5EF4-FFF2-40B4-BE49-F238E27FC236}">
                <a16:creationId xmlns:a16="http://schemas.microsoft.com/office/drawing/2014/main" id="{31C58A53-1341-45CB-9129-2567486FFFD3}"/>
              </a:ext>
            </a:extLst>
          </p:cNvPr>
          <p:cNvSpPr>
            <a:spLocks xmlns:a="http://schemas.openxmlformats.org/drawingml/2006/main" noGrp="1"/>
          </p:cNvSpPr>
          <p:nvPr/>
        </p:nvSpPr>
        <p:spPr>
          <a:xfrm xmlns:a="http://schemas.openxmlformats.org/drawingml/2006/main">
            <a:off x="1952625" y="266700"/>
            <a:ext cx="766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300" b="1">
                <a:solidFill>
                  <a:srgbClr val="202C37"/>
                </a:solidFill>
                <a:latin typeface="Arial Bold"/>
                <a:ea typeface="Arial Bold"/>
                <a:cs typeface="Arial Bold"/>
              </a:defRPr>
            </a:pPr>
            <a:r>
              <a:rPr sz="3300" b="1">
                <a:solidFill>
                  <a:srgbClr val="202C37"/>
                </a:solidFill>
                <a:latin typeface="Arial Bold"/>
                <a:ea typeface="Arial Bold"/>
                <a:cs typeface="Arial Bold"/>
              </a:rPr>
              <a:t>REFERENCES</a:t>
            </a:r>
          </a:p>
        </p:txBody>
      </p:sp>
      <p:sp>
        <p:nvSpPr>
          <p:cNvPr id="32" name="">
            <a:extLst xmlns:a="http://schemas.openxmlformats.org/drawingml/2006/main">
              <a:ext uri="{FF2B5EF4-FFF2-40B4-BE49-F238E27FC236}">
                <a16:creationId xmlns:a16="http://schemas.microsoft.com/office/drawing/2014/main" id="{DA3B12F3-D94E-41BC-9E93-68D16120ED26}"/>
              </a:ext>
            </a:extLst>
          </p:cNvPr>
          <p:cNvSpPr>
            <a:spLocks xmlns:a="http://schemas.openxmlformats.org/drawingml/2006/main" noGrp="1"/>
          </p:cNvSpPr>
          <p:nvPr/>
        </p:nvSpPr>
        <p:spPr>
          <a:xfrm xmlns:a="http://schemas.openxmlformats.org/drawingml/2006/main">
            <a:off x="485775" y="466725"/>
            <a:ext cx="109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1">
                <a:solidFill>
                  <a:srgbClr val="234F7B"/>
                </a:solidFill>
                <a:latin typeface="Arial Bold"/>
                <a:ea typeface="Arial Bold"/>
                <a:cs typeface="Arial Bold"/>
              </a:defRPr>
            </a:pPr>
            <a:r>
              <a:rPr sz="1800" b="1">
                <a:solidFill>
                  <a:srgbClr val="234F7B"/>
                </a:solidFill>
                <a:latin typeface="Arial Bold"/>
                <a:ea typeface="Arial Bold"/>
                <a:cs typeface="Arial Bold"/>
              </a:rPr>
              <a:t>Naut IQ</a:t>
            </a:r>
          </a:p>
        </p:txBody>
      </p:sp>
      <p:sp>
        <p:nvSpPr>
          <p:cNvPr id="33" name="">
            <a:extLst xmlns:a="http://schemas.openxmlformats.org/drawingml/2006/main">
              <a:ext uri="{FF2B5EF4-FFF2-40B4-BE49-F238E27FC236}">
                <a16:creationId xmlns:a16="http://schemas.microsoft.com/office/drawing/2014/main" id="{46214B25-29D4-4D7B-B7ED-2FBBCC7D21EB}"/>
              </a:ext>
            </a:extLst>
          </p:cNvPr>
          <p:cNvSpPr>
            <a:spLocks xmlns:a="http://schemas.openxmlformats.org/drawingml/2006/main" noGrp="1"/>
          </p:cNvSpPr>
          <p:nvPr/>
        </p:nvSpPr>
        <p:spPr>
          <a:xfrm xmlns:a="http://schemas.openxmlformats.org/drawingml/2006/main">
            <a:off x="619125" y="1619250"/>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234F7B"/>
                </a:solidFill>
                <a:latin typeface="Arial Bold"/>
                <a:ea typeface="Arial Bold"/>
                <a:cs typeface="Arial Bold"/>
                <a:hlinkClick xmlns:r="http://schemas.openxmlformats.org/officeDocument/2006/relationships" r:id="Reaaf47cdf3ab4c35"/>
              </a:rPr>
              <a:t>India Code and IP India</a:t>
            </a:r>
          </a:p>
        </p:txBody>
      </p:sp>
      <p:sp>
        <p:nvSpPr>
          <p:cNvPr id="34" name="">
            <a:extLst xmlns:a="http://schemas.openxmlformats.org/drawingml/2006/main">
              <a:ext uri="{FF2B5EF4-FFF2-40B4-BE49-F238E27FC236}">
                <a16:creationId xmlns:a16="http://schemas.microsoft.com/office/drawing/2014/main" id="{DCD9880D-0D85-4069-AECD-B199DC9D9425}"/>
              </a:ext>
            </a:extLst>
          </p:cNvPr>
          <p:cNvSpPr>
            <a:spLocks xmlns:a="http://schemas.openxmlformats.org/drawingml/2006/main" noGrp="1"/>
          </p:cNvSpPr>
          <p:nvPr/>
        </p:nvSpPr>
        <p:spPr>
          <a:xfrm xmlns:a="http://schemas.openxmlformats.org/drawingml/2006/main">
            <a:off x="619125" y="202882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202C37"/>
                </a:solidFill>
                <a:latin typeface="Arial"/>
                <a:ea typeface="Arial"/>
                <a:cs typeface="Arial"/>
              </a:defRPr>
            </a:pPr>
            <a:r>
              <a:rPr sz="1650" b="0">
                <a:solidFill>
                  <a:srgbClr val="202C37"/>
                </a:solidFill>
                <a:latin typeface="Arial"/>
                <a:ea typeface="Arial"/>
                <a:cs typeface="Arial"/>
              </a:rPr>
              <a:t>Patents Act, rules and amendments</a:t>
            </a:r>
          </a:p>
        </p:txBody>
      </p:sp>
      <p:sp>
        <p:nvSpPr>
          <p:cNvPr id="35" name="">
            <a:extLst xmlns:a="http://schemas.openxmlformats.org/drawingml/2006/main">
              <a:ext uri="{FF2B5EF4-FFF2-40B4-BE49-F238E27FC236}">
                <a16:creationId xmlns:a16="http://schemas.microsoft.com/office/drawing/2014/main" id="{4A565497-0EAF-439D-A9E0-DFE6CEA2D8D7}"/>
              </a:ext>
            </a:extLst>
          </p:cNvPr>
          <p:cNvSpPr>
            <a:spLocks xmlns:a="http://schemas.openxmlformats.org/drawingml/2006/main" noGrp="1"/>
          </p:cNvSpPr>
          <p:nvPr/>
        </p:nvSpPr>
        <p:spPr>
          <a:xfrm xmlns:a="http://schemas.openxmlformats.org/drawingml/2006/main">
            <a:off x="619125" y="2752725"/>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234F7B"/>
                </a:solidFill>
                <a:latin typeface="Arial Bold"/>
                <a:ea typeface="Arial Bold"/>
                <a:cs typeface="Arial Bold"/>
                <a:hlinkClick xmlns:r="http://schemas.openxmlformats.org/officeDocument/2006/relationships" r:id="R8d52c799804f4bff"/>
              </a:rPr>
              <a:t>CDSCO and FSSAI</a:t>
            </a:r>
          </a:p>
        </p:txBody>
      </p:sp>
      <p:sp>
        <p:nvSpPr>
          <p:cNvPr id="36" name="">
            <a:extLst xmlns:a="http://schemas.openxmlformats.org/drawingml/2006/main">
              <a:ext uri="{FF2B5EF4-FFF2-40B4-BE49-F238E27FC236}">
                <a16:creationId xmlns:a16="http://schemas.microsoft.com/office/drawing/2014/main" id="{2B3A87A5-871B-4912-A9B3-9112A4A93B32}"/>
              </a:ext>
            </a:extLst>
          </p:cNvPr>
          <p:cNvSpPr>
            <a:spLocks xmlns:a="http://schemas.openxmlformats.org/drawingml/2006/main" noGrp="1"/>
          </p:cNvSpPr>
          <p:nvPr/>
        </p:nvSpPr>
        <p:spPr>
          <a:xfrm xmlns:a="http://schemas.openxmlformats.org/drawingml/2006/main">
            <a:off x="619125" y="31623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202C37"/>
                </a:solidFill>
                <a:latin typeface="Arial"/>
                <a:ea typeface="Arial"/>
                <a:cs typeface="Arial"/>
              </a:defRPr>
            </a:pPr>
            <a:r>
              <a:rPr sz="1650" b="0">
                <a:solidFill>
                  <a:srgbClr val="202C37"/>
                </a:solidFill>
                <a:latin typeface="Arial"/>
                <a:ea typeface="Arial"/>
                <a:cs typeface="Arial"/>
              </a:rPr>
              <a:t>Product definitions and Ayurveda Aahara</a:t>
            </a:r>
          </a:p>
        </p:txBody>
      </p:sp>
      <p:sp>
        <p:nvSpPr>
          <p:cNvPr id="37" name="">
            <a:extLst xmlns:a="http://schemas.openxmlformats.org/drawingml/2006/main">
              <a:ext uri="{FF2B5EF4-FFF2-40B4-BE49-F238E27FC236}">
                <a16:creationId xmlns:a16="http://schemas.microsoft.com/office/drawing/2014/main" id="{1A9CF0FB-403B-4975-900A-FE55F123C7B0}"/>
              </a:ext>
            </a:extLst>
          </p:cNvPr>
          <p:cNvSpPr>
            <a:spLocks xmlns:a="http://schemas.openxmlformats.org/drawingml/2006/main" noGrp="1"/>
          </p:cNvSpPr>
          <p:nvPr/>
        </p:nvSpPr>
        <p:spPr>
          <a:xfrm xmlns:a="http://schemas.openxmlformats.org/drawingml/2006/main">
            <a:off x="619125" y="3886200"/>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234F7B"/>
                </a:solidFill>
                <a:latin typeface="Arial Bold"/>
                <a:ea typeface="Arial Bold"/>
                <a:cs typeface="Arial Bold"/>
                <a:hlinkClick xmlns:r="http://schemas.openxmlformats.org/officeDocument/2006/relationships" r:id="Rf8509100adff4c14"/>
              </a:rPr>
              <a:t>National Biodiversity Authority</a:t>
            </a:r>
          </a:p>
        </p:txBody>
      </p:sp>
      <p:sp>
        <p:nvSpPr>
          <p:cNvPr id="38" name="">
            <a:extLst xmlns:a="http://schemas.openxmlformats.org/drawingml/2006/main">
              <a:ext uri="{FF2B5EF4-FFF2-40B4-BE49-F238E27FC236}">
                <a16:creationId xmlns:a16="http://schemas.microsoft.com/office/drawing/2014/main" id="{77A6D636-4807-4F74-A4AA-A83A55465B80}"/>
              </a:ext>
            </a:extLst>
          </p:cNvPr>
          <p:cNvSpPr>
            <a:spLocks xmlns:a="http://schemas.openxmlformats.org/drawingml/2006/main" noGrp="1"/>
          </p:cNvSpPr>
          <p:nvPr/>
        </p:nvSpPr>
        <p:spPr>
          <a:xfrm xmlns:a="http://schemas.openxmlformats.org/drawingml/2006/main">
            <a:off x="619125" y="429577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202C37"/>
                </a:solidFill>
                <a:latin typeface="Arial"/>
                <a:ea typeface="Arial"/>
                <a:cs typeface="Arial"/>
              </a:defRPr>
            </a:pPr>
            <a:r>
              <a:rPr sz="1650" b="0">
                <a:solidFill>
                  <a:srgbClr val="202C37"/>
                </a:solidFill>
                <a:latin typeface="Arial"/>
                <a:ea typeface="Arial"/>
                <a:cs typeface="Arial"/>
              </a:rPr>
              <a:t>Biodiversity rules and ABS Regulations, 2025</a:t>
            </a:r>
          </a:p>
        </p:txBody>
      </p:sp>
      <p:sp>
        <p:nvSpPr>
          <p:cNvPr id="39" name="">
            <a:extLst xmlns:a="http://schemas.openxmlformats.org/drawingml/2006/main">
              <a:ext uri="{FF2B5EF4-FFF2-40B4-BE49-F238E27FC236}">
                <a16:creationId xmlns:a16="http://schemas.microsoft.com/office/drawing/2014/main" id="{495FA5C0-8443-4DF5-A66F-4F04A633C42D}"/>
              </a:ext>
            </a:extLst>
          </p:cNvPr>
          <p:cNvSpPr>
            <a:spLocks xmlns:a="http://schemas.openxmlformats.org/drawingml/2006/main" noGrp="1"/>
          </p:cNvSpPr>
          <p:nvPr/>
        </p:nvSpPr>
        <p:spPr>
          <a:xfrm xmlns:a="http://schemas.openxmlformats.org/drawingml/2006/main">
            <a:off x="619125" y="5019675"/>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234F7B"/>
                </a:solidFill>
                <a:latin typeface="Arial Bold"/>
                <a:ea typeface="Arial Bold"/>
                <a:cs typeface="Arial Bold"/>
                <a:hlinkClick xmlns:r="http://schemas.openxmlformats.org/officeDocument/2006/relationships" r:id="R006dd4f26e674cea"/>
              </a:rPr>
              <a:t>WIPO and TKDL</a:t>
            </a:r>
          </a:p>
        </p:txBody>
      </p:sp>
      <p:sp>
        <p:nvSpPr>
          <p:cNvPr id="40" name="">
            <a:extLst xmlns:a="http://schemas.openxmlformats.org/drawingml/2006/main">
              <a:ext uri="{FF2B5EF4-FFF2-40B4-BE49-F238E27FC236}">
                <a16:creationId xmlns:a16="http://schemas.microsoft.com/office/drawing/2014/main" id="{B82ADAF2-B4E8-47FF-9A69-EBEF9192D68F}"/>
              </a:ext>
            </a:extLst>
          </p:cNvPr>
          <p:cNvSpPr>
            <a:spLocks xmlns:a="http://schemas.openxmlformats.org/drawingml/2006/main" noGrp="1"/>
          </p:cNvSpPr>
          <p:nvPr/>
        </p:nvSpPr>
        <p:spPr>
          <a:xfrm xmlns:a="http://schemas.openxmlformats.org/drawingml/2006/main">
            <a:off x="619125" y="542925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202C37"/>
                </a:solidFill>
                <a:latin typeface="Arial"/>
                <a:ea typeface="Arial"/>
                <a:cs typeface="Arial"/>
              </a:defRPr>
            </a:pPr>
            <a:r>
              <a:rPr sz="1650" b="0">
                <a:solidFill>
                  <a:srgbClr val="202C37"/>
                </a:solidFill>
                <a:latin typeface="Arial"/>
                <a:ea typeface="Arial"/>
                <a:cs typeface="Arial"/>
              </a:rPr>
              <a:t>Treaty status and traditional-knowledge resources</a:t>
            </a:r>
          </a:p>
        </p:txBody>
      </p:sp>
      <p:sp>
        <p:nvSpPr>
          <p:cNvPr id="41" name="">
            <a:extLst xmlns:a="http://schemas.openxmlformats.org/drawingml/2006/main">
              <a:ext uri="{FF2B5EF4-FFF2-40B4-BE49-F238E27FC236}">
                <a16:creationId xmlns:a16="http://schemas.microsoft.com/office/drawing/2014/main" id="{CEAAE068-57FB-4922-BEB6-B156D8AF1F38}"/>
              </a:ext>
            </a:extLst>
          </p:cNvPr>
          <p:cNvSpPr>
            <a:spLocks xmlns:a="http://schemas.openxmlformats.org/drawingml/2006/main" noGrp="1"/>
          </p:cNvSpPr>
          <p:nvPr/>
        </p:nvSpPr>
        <p:spPr>
          <a:xfrm xmlns:a="http://schemas.openxmlformats.org/drawingml/2006/main">
            <a:off x="6429375" y="1619250"/>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234F7B"/>
                </a:solidFill>
                <a:latin typeface="Arial Bold"/>
                <a:ea typeface="Arial Bold"/>
                <a:cs typeface="Arial Bold"/>
                <a:hlinkClick xmlns:r="http://schemas.openxmlformats.org/officeDocument/2006/relationships" r:id="R2ce8146481f74eec"/>
              </a:rPr>
              <a:t>ALCE, Gao et al. (2023)</a:t>
            </a:r>
          </a:p>
        </p:txBody>
      </p:sp>
      <p:sp>
        <p:nvSpPr>
          <p:cNvPr id="42" name="">
            <a:extLst xmlns:a="http://schemas.openxmlformats.org/drawingml/2006/main">
              <a:ext uri="{FF2B5EF4-FFF2-40B4-BE49-F238E27FC236}">
                <a16:creationId xmlns:a16="http://schemas.microsoft.com/office/drawing/2014/main" id="{F8EC8327-B417-471B-93E7-89F3A651AD1C}"/>
              </a:ext>
            </a:extLst>
          </p:cNvPr>
          <p:cNvSpPr>
            <a:spLocks xmlns:a="http://schemas.openxmlformats.org/drawingml/2006/main" noGrp="1"/>
          </p:cNvSpPr>
          <p:nvPr/>
        </p:nvSpPr>
        <p:spPr>
          <a:xfrm xmlns:a="http://schemas.openxmlformats.org/drawingml/2006/main">
            <a:off x="6429375" y="202882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202C37"/>
                </a:solidFill>
                <a:latin typeface="Arial"/>
                <a:ea typeface="Arial"/>
                <a:cs typeface="Arial"/>
              </a:defRPr>
            </a:pPr>
            <a:r>
              <a:rPr sz="1650" b="0">
                <a:solidFill>
                  <a:srgbClr val="202C37"/>
                </a:solidFill>
                <a:latin typeface="Arial"/>
                <a:ea typeface="Arial"/>
                <a:cs typeface="Arial"/>
              </a:rPr>
              <a:t>Answer generation with supporting citations</a:t>
            </a:r>
          </a:p>
        </p:txBody>
      </p:sp>
      <p:sp>
        <p:nvSpPr>
          <p:cNvPr id="43" name="">
            <a:extLst xmlns:a="http://schemas.openxmlformats.org/drawingml/2006/main">
              <a:ext uri="{FF2B5EF4-FFF2-40B4-BE49-F238E27FC236}">
                <a16:creationId xmlns:a16="http://schemas.microsoft.com/office/drawing/2014/main" id="{FF8D5282-1F51-411B-B9BC-67EC5CEF4D86}"/>
              </a:ext>
            </a:extLst>
          </p:cNvPr>
          <p:cNvSpPr>
            <a:spLocks xmlns:a="http://schemas.openxmlformats.org/drawingml/2006/main" noGrp="1"/>
          </p:cNvSpPr>
          <p:nvPr/>
        </p:nvSpPr>
        <p:spPr>
          <a:xfrm xmlns:a="http://schemas.openxmlformats.org/drawingml/2006/main">
            <a:off x="6429375" y="2752725"/>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234F7B"/>
                </a:solidFill>
                <a:latin typeface="Arial Bold"/>
                <a:ea typeface="Arial Bold"/>
                <a:cs typeface="Arial Bold"/>
                <a:hlinkClick xmlns:r="http://schemas.openxmlformats.org/officeDocument/2006/relationships" r:id="R8a186223909941be"/>
              </a:rPr>
              <a:t>LegalBench-RAG (2024)</a:t>
            </a:r>
          </a:p>
        </p:txBody>
      </p:sp>
      <p:sp>
        <p:nvSpPr>
          <p:cNvPr id="44" name="">
            <a:extLst xmlns:a="http://schemas.openxmlformats.org/drawingml/2006/main">
              <a:ext uri="{FF2B5EF4-FFF2-40B4-BE49-F238E27FC236}">
                <a16:creationId xmlns:a16="http://schemas.microsoft.com/office/drawing/2014/main" id="{AD8B2336-0A3D-47C0-B922-0C629FA3DA93}"/>
              </a:ext>
            </a:extLst>
          </p:cNvPr>
          <p:cNvSpPr>
            <a:spLocks xmlns:a="http://schemas.openxmlformats.org/drawingml/2006/main" noGrp="1"/>
          </p:cNvSpPr>
          <p:nvPr/>
        </p:nvSpPr>
        <p:spPr>
          <a:xfrm xmlns:a="http://schemas.openxmlformats.org/drawingml/2006/main">
            <a:off x="6429375" y="31623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202C37"/>
                </a:solidFill>
                <a:latin typeface="Arial"/>
                <a:ea typeface="Arial"/>
                <a:cs typeface="Arial"/>
              </a:defRPr>
            </a:pPr>
            <a:r>
              <a:rPr sz="1650" b="0">
                <a:solidFill>
                  <a:srgbClr val="202C37"/>
                </a:solidFill>
                <a:latin typeface="Arial"/>
                <a:ea typeface="Arial"/>
                <a:cs typeface="Arial"/>
              </a:rPr>
              <a:t>Precise legal retrieval evaluation</a:t>
            </a:r>
          </a:p>
        </p:txBody>
      </p:sp>
      <p:sp>
        <p:nvSpPr>
          <p:cNvPr id="45" name="">
            <a:extLst xmlns:a="http://schemas.openxmlformats.org/drawingml/2006/main">
              <a:ext uri="{FF2B5EF4-FFF2-40B4-BE49-F238E27FC236}">
                <a16:creationId xmlns:a16="http://schemas.microsoft.com/office/drawing/2014/main" id="{7053818F-1504-4A84-9D2D-1533512A52B8}"/>
              </a:ext>
            </a:extLst>
          </p:cNvPr>
          <p:cNvSpPr>
            <a:spLocks xmlns:a="http://schemas.openxmlformats.org/drawingml/2006/main" noGrp="1"/>
          </p:cNvSpPr>
          <p:nvPr/>
        </p:nvSpPr>
        <p:spPr>
          <a:xfrm xmlns:a="http://schemas.openxmlformats.org/drawingml/2006/main">
            <a:off x="6429375" y="3886200"/>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234F7B"/>
                </a:solidFill>
                <a:latin typeface="Arial Bold"/>
                <a:ea typeface="Arial Bold"/>
                <a:cs typeface="Arial Bold"/>
                <a:hlinkClick xmlns:r="http://schemas.openxmlformats.org/officeDocument/2006/relationships" r:id="Rc7b4174cf5ff46e5"/>
              </a:rPr>
              <a:t>BGE-M3 (2024)</a:t>
            </a:r>
          </a:p>
        </p:txBody>
      </p:sp>
      <p:sp>
        <p:nvSpPr>
          <p:cNvPr id="46" name="">
            <a:extLst xmlns:a="http://schemas.openxmlformats.org/drawingml/2006/main">
              <a:ext uri="{FF2B5EF4-FFF2-40B4-BE49-F238E27FC236}">
                <a16:creationId xmlns:a16="http://schemas.microsoft.com/office/drawing/2014/main" id="{C8DC1227-2D7A-443F-8BE3-CDE1CA0800CF}"/>
              </a:ext>
            </a:extLst>
          </p:cNvPr>
          <p:cNvSpPr>
            <a:spLocks xmlns:a="http://schemas.openxmlformats.org/drawingml/2006/main" noGrp="1"/>
          </p:cNvSpPr>
          <p:nvPr/>
        </p:nvSpPr>
        <p:spPr>
          <a:xfrm xmlns:a="http://schemas.openxmlformats.org/drawingml/2006/main">
            <a:off x="6429375" y="429577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202C37"/>
                </a:solidFill>
                <a:latin typeface="Arial"/>
                <a:ea typeface="Arial"/>
                <a:cs typeface="Arial"/>
              </a:defRPr>
            </a:pPr>
            <a:r>
              <a:rPr sz="1650" b="0">
                <a:solidFill>
                  <a:srgbClr val="202C37"/>
                </a:solidFill>
                <a:latin typeface="Arial"/>
                <a:ea typeface="Arial"/>
                <a:cs typeface="Arial"/>
              </a:rPr>
              <a:t>Multilingual text embeddings</a:t>
            </a:r>
          </a:p>
        </p:txBody>
      </p:sp>
      <p:sp>
        <p:nvSpPr>
          <p:cNvPr id="47" name="">
            <a:extLst xmlns:a="http://schemas.openxmlformats.org/drawingml/2006/main">
              <a:ext uri="{FF2B5EF4-FFF2-40B4-BE49-F238E27FC236}">
                <a16:creationId xmlns:a16="http://schemas.microsoft.com/office/drawing/2014/main" id="{E05DC1F6-BA3D-40EA-AAC2-7C44AEE82222}"/>
              </a:ext>
            </a:extLst>
          </p:cNvPr>
          <p:cNvSpPr>
            <a:spLocks xmlns:a="http://schemas.openxmlformats.org/drawingml/2006/main" noGrp="1"/>
          </p:cNvSpPr>
          <p:nvPr/>
        </p:nvSpPr>
        <p:spPr>
          <a:xfrm xmlns:a="http://schemas.openxmlformats.org/drawingml/2006/main">
            <a:off x="6429375" y="5019675"/>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234F7B"/>
                </a:solidFill>
                <a:latin typeface="Arial Bold"/>
                <a:ea typeface="Arial Bold"/>
                <a:cs typeface="Arial Bold"/>
                <a:hlinkClick xmlns:r="http://schemas.openxmlformats.org/officeDocument/2006/relationships" r:id="R85e09d24f43943b2"/>
              </a:rPr>
              <a:t>IndicTrans2, Gala et al. (2023)</a:t>
            </a:r>
          </a:p>
        </p:txBody>
      </p:sp>
      <p:sp>
        <p:nvSpPr>
          <p:cNvPr id="48" name="">
            <a:extLst xmlns:a="http://schemas.openxmlformats.org/drawingml/2006/main">
              <a:ext uri="{FF2B5EF4-FFF2-40B4-BE49-F238E27FC236}">
                <a16:creationId xmlns:a16="http://schemas.microsoft.com/office/drawing/2014/main" id="{F3AC4000-A85C-4D21-8F7E-8341D73997E5}"/>
              </a:ext>
            </a:extLst>
          </p:cNvPr>
          <p:cNvSpPr>
            <a:spLocks xmlns:a="http://schemas.openxmlformats.org/drawingml/2006/main" noGrp="1"/>
          </p:cNvSpPr>
          <p:nvPr/>
        </p:nvSpPr>
        <p:spPr>
          <a:xfrm xmlns:a="http://schemas.openxmlformats.org/drawingml/2006/main">
            <a:off x="6429375" y="542925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202C37"/>
                </a:solidFill>
                <a:latin typeface="Arial"/>
                <a:ea typeface="Arial"/>
                <a:cs typeface="Arial"/>
              </a:defRPr>
            </a:pPr>
            <a:r>
              <a:rPr sz="1650" b="0">
                <a:solidFill>
                  <a:srgbClr val="202C37"/>
                </a:solidFill>
                <a:latin typeface="Arial"/>
                <a:ea typeface="Arial"/>
                <a:cs typeface="Arial"/>
              </a:rPr>
              <a:t>Translation across Indian languages</a:t>
            </a:r>
          </a:p>
        </p:txBody>
      </p:sp>
    </p:spTree>
    <p:extLst>
      <p:ext uri="{BB962C8B-B14F-4D97-AF65-F5344CB8AC3E}">
        <p14:creationId xmlns:p14="http://schemas.microsoft.com/office/powerpoint/2010/main" val="33658113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2026-09-09T18:45:39.6950000Z</dcterms:created>
  <dcterms:modified xsi:type="dcterms:W3CDTF">2026-09-09T18:45:39.6950000Z</dcterms:modified>
</coreProperties>
</file>